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36136de-b3c4-2eab-e2a6-0fd5aa7ac792}">
          <p14:sldIdLst>
            <p14:sldId id="256"/>
          </p14:sldIdLst>
        </p14:section>
        <p14:section name="The Problem" id="{8386cdb5-af98-fee0-a793-e89ed6acde38}">
          <p14:sldIdLst>
            <p14:sldId id="257"/>
          </p14:sldIdLst>
        </p14:section>
        <p14:section name="Before and After" id="{8dd5eb94-2136-4806-e3d6-9091451dc121}">
          <p14:sldIdLst>
            <p14:sldId id="258"/>
          </p14:sldIdLst>
        </p14:section>
        <p14:section name="Why It Matters" id="{0923609d-16b2-2307-7529-ba01cf37ed02}">
          <p14:sldIdLst>
            <p14:sldId id="259"/>
          </p14:sldIdLst>
        </p14:section>
        <p14:section name="What's Included" id="{e5cefbaf-890d-49c9-60df-f45109d935ba}">
          <p14:sldIdLst>
            <p14:sldId id="260"/>
          </p14:sldIdLst>
        </p14:section>
        <p14:section name="Key Features" id="{5ba3bfc9-bf41-f344-a68c-d3af5afc2340}">
          <p14:sldIdLst>
            <p14:sldId id="261"/>
          </p14:sldIdLst>
        </p14:section>
        <p14:section name="Photography" id="{78a73b39-49a2-fe61-f038-5df8e0971fa3}">
          <p14:sldIdLst>
            <p14:sldId id="262"/>
          </p14:sldIdLst>
        </p14:section>
        <p14:section name="Next Steps" id="{83190fb4-eef9-7594-8832-3f2aa25344fc}">
          <p14:sldIdLst>
            <p14:sldId id="263"/>
          </p14:sldIdLst>
        </p14:section>
        <p14:section name="Closing" id="{819764e5-094d-a55d-7250-18e56bea72a2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Opening the presentation — introduce yourself and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problem. Emphasise how many customers use mobile phones — this is key for a cafe that relies on visitors and tourists.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before and after side by side. Replace placeholders with actual screenshots. The visual impact should do most of the talking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business impact. Fewer calls about opening times, more bookings online, better Google ranking. This is where the ROI argument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page. Emphasise that every single page is mobile-optimised. The gift cards and PDF menu are new additions the original site didn't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the three most impactful features. The live status bar is particularly powerful — it directly reduces unnecessary phone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Photography is optional but highly recommended. Emphasise that the site is ready for photos to be dropped in with no extra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through each step. The essentials are the menu PDF, opening hours, ResDiary link, and Google account access. Gift cards and photography can follow. Suggest a What's On page for events and special menus.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them for their time. Reiterate that the site is built and ready — just need their content to flip the switch.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9144000" cy="9372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1B2CE"/>
                </a:solidFill>
              </a:rPr>
              <a:t>Sea Shanty Cafe  •  Trearddur Bay, Anglesey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5F3E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5A80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914400"/>
            <a:ext cx="7680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SEA SHANTY CAFE</a:t>
            </a:r>
            <a:endParaRPr lang="en-US" sz="44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C3D0E5"/>
                </a:solidFill>
              </a:rPr>
              <a:t>Website Redesign</a:t>
            </a:r>
            <a:endParaRPr lang="en-US" sz="4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 </a:t>
            </a:r>
            <a:endParaRPr lang="en-US" sz="4400" dirty="0"/>
          </a:p>
          <a:p>
            <a:pPr algn="l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A modern, mobile-first website for Trearddur Bay's favourite cafe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747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D0E5"/>
                </a:solidFill>
              </a:rPr>
              <a:t>Prepared by Max Walsh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October 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324612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The Current Website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✕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Not mobile-friendly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Over 60% of customers browse on their phone — the current site doesn't resize or adapt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75488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⏳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39496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Frustrating on mobile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Booking and menus are there but nearly impossible to use on a phone — so customers ring up instead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📋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Outdated design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The current site looks dated and doesn't reflect the quality of your food and location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75488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5488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?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Hard to find answers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No FAQ page, no allergen info, no clear way to book — customers ring instead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Before &amp; After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402E"/>
                </a:solidFill>
              </a:rPr>
              <a:t>BEFORE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3291840" cy="2377440"/>
          </a:xfrm>
          <a:prstGeom prst="rect">
            <a:avLst/>
          </a:prstGeom>
          <a:solidFill>
            <a:srgbClr val="0A3D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Screenshot placeholder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46320" y="11887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CAF50"/>
                </a:solidFill>
              </a:rPr>
              <a:t>AFTER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737360"/>
            <a:ext cx="3291840" cy="2377440"/>
          </a:xfrm>
          <a:prstGeom prst="rect">
            <a:avLst/>
          </a:prstGeom>
          <a:solidFill>
            <a:srgbClr val="0A3D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Screenshot placeholder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1B2CE"/>
                </a:solidFill>
              </a:rPr>
              <a:t>Replace these placeholders with screenshots of the old and new sites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Why It Matters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36576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60%+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of customers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browse on mobile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1460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5146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24/7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live status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visible online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6344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1-tap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to book a table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or call you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1228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1228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Top 5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Google ranking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for local search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260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A modern website means fewer phone calls asking "are you open?", </a:t>
            </a:r>
            <a:pPr indent="0" marL="0">
              <a:buNone/>
            </a:pPr>
            <a:r>
              <a:rPr lang="en-US" sz="1400" b="1" dirty="0">
                <a:solidFill>
                  <a:srgbClr val="C8402E"/>
                </a:solidFill>
              </a:rPr>
              <a:t>more online bookings</a:t>
            </a:r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, and a first impression that matches the quality of your food and views.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5A80"/>
                </a:solidFill>
              </a:rPr>
              <a:t>Google prioritises mobile-friendly sites. </a:t>
            </a:r>
            <a:pPr indent="0" marL="0">
              <a:buNone/>
            </a:pPr>
            <a:r>
              <a:rPr lang="en-US" sz="1300" i="1" dirty="0">
                <a:solidFill>
                  <a:srgbClr val="3D5A80"/>
                </a:solidFill>
              </a:rPr>
              <a:t>Tourists searching "cafe Trearddur Bay" will find you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What's Included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🏠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Home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Hero image, live open/closed status, one-tap call and booking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🍽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Menu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Full menu display with downloadable PDF option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📅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Reservations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Online booking page — no more phone-only bookings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🎁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Gift Cards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Dedicated gift card page to drive extra revenue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❓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FAQ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Answers to common questions — dogs, parking, groups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Webcam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Live bay webcam so visitors can check conditions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🌊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Tide Chart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Live tide times — useful for beachgoers planning a visit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Jobs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Staff recruitment page when you're hiring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📱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7492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Mobile Optimised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Every page works perfectly on phones and tablets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66344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🔒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7492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Privacy &amp; 404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Legal compliance page and a branded error page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26280" y="1051560"/>
            <a:ext cx="0" cy="3200400"/>
          </a:xfrm>
          <a:prstGeom prst="line">
            <a:avLst/>
          </a:prstGeom>
          <a:noFill/>
          <a:ln w="12700">
            <a:solidFill>
              <a:srgbClr val="C3D0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3D5A80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97280"/>
            <a:ext cx="2651760" cy="54864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Live Status Bar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7452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Shows whether you're open or closed right now, with today's hours — updates automatically. No more phone calls asking "are you open?"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09728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3D5A80"/>
          </a:solidFill>
          <a:ln/>
        </p:spPr>
      </p:sp>
      <p:sp>
        <p:nvSpPr>
          <p:cNvPr id="8" name="Shape 6"/>
          <p:cNvSpPr/>
          <p:nvPr/>
        </p:nvSpPr>
        <p:spPr>
          <a:xfrm>
            <a:off x="3246120" y="1097280"/>
            <a:ext cx="2651760" cy="54864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2900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One-Tap Actions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Book a table, call the cafe, get directions, or download the PDF menu — all within one tap on any device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09728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3D5A80"/>
          </a:solidFill>
          <a:ln/>
        </p:spPr>
      </p:sp>
      <p:sp>
        <p:nvSpPr>
          <p:cNvPr id="12" name="Shape 10"/>
          <p:cNvSpPr/>
          <p:nvPr/>
        </p:nvSpPr>
        <p:spPr>
          <a:xfrm>
            <a:off x="6126480" y="1097280"/>
            <a:ext cx="2651760" cy="54864"/>
          </a:xfrm>
          <a:prstGeom prst="rect">
            <a:avLst/>
          </a:prstGeom>
          <a:solidFill>
            <a:srgbClr val="C3D0E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Smart Navigation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187452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Sticky header, mobile hamburger menu, smooth scroll-to-section — visitors find what they need without hunting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Photography Recommendation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62F45"/>
                </a:solidFill>
              </a:rPr>
              <a:t>Great photography is the single biggest upgrade for any hospitality website.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3D5A80"/>
                </a:solidFill>
              </a:rPr>
              <a:t>The site is built and ready — but professional photos of the food, the views, and the interior will transform it from good to exceptional.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560320"/>
            <a:ext cx="8046720" cy="1828800"/>
          </a:xfrm>
          <a:prstGeom prst="roundRect">
            <a:avLst>
              <a:gd name="adj" fmla="val 60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63500" dist="25400" dir="8100000">
              <a:srgbClr val="CCCCCC">
                <a:alpha val="3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651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2F45"/>
                </a:solidFill>
              </a:rPr>
              <a:t>What to photograph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terrace — outdoor seating and atmosphere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restaurant interior — decor, the bar, table settings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seafront nearby — the setting and surroundings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3–5 signature dishes, plated and styled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Exterior and signage — what customers see on arrival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30175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A local photographer can do this in a half-day session. </a:t>
            </a:r>
            <a:pPr indent="0" marL="0">
              <a:buNone/>
            </a:pPr>
            <a:r>
              <a:rPr lang="en-US" sz="1200" b="1" dirty="0">
                <a:solidFill>
                  <a:srgbClr val="062F45"/>
                </a:solidFill>
              </a:rPr>
              <a:t>The photos slot straight into the site — no extra build work needed.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Next Steps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D5A80"/>
                </a:solidFill>
              </a:rPr>
              <a:t>What we need from you to go live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34416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3441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25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Review the menu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Confirm the menu is up to date and send the PDF for the download button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69164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75564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1755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7373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Confirm opening hours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Provide regular hours and any seasonal variations for the live status widget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10312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16712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1671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14884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ResDiary booking link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Provide the ResDiary link so online table reservations work from the site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1460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57860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25786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56032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Google account access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Share Google Business access so we can pull in your reviews and ratings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292608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299008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29900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29718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Gift card process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Set up the gift card purchase flow — provider, pricing, and redemption details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31520" y="333756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40156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4015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33832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Photography (optional)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Arrange a half-day photo shoot to replace placeholder imagery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31520" y="374904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813048"/>
            <a:ext cx="320040" cy="320040"/>
          </a:xfrm>
          <a:prstGeom prst="ellipse">
            <a:avLst/>
          </a:prstGeom>
          <a:solidFill>
            <a:srgbClr val="C840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38130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37947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Go live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Point your domain to the new site — we handle the technical switch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402E"/>
                </a:solidFill>
              </a:rPr>
              <a:t>Suggestion: </a:t>
            </a:r>
            <a:pPr indent="0" marL="0">
              <a:buNone/>
            </a:pPr>
            <a:r>
              <a:rPr lang="en-US" sz="1100" i="1" dirty="0">
                <a:solidFill>
                  <a:srgbClr val="3D5A80"/>
                </a:solidFill>
              </a:rPr>
              <a:t>Consider adding a "What's On" page for special menus, themed events, and seasonal weekends — a great way to give customers a reason to keep coming back.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64592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828800"/>
            <a:ext cx="7680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Ready when you are.</a:t>
            </a:r>
            <a:endParaRPr lang="en-US" sz="38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 </a:t>
            </a:r>
            <a:endParaRPr lang="en-US" sz="3800" dirty="0"/>
          </a:p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The new Sea Shanty website is built, mobile-optimised,</a:t>
            </a:r>
            <a:endParaRPr lang="en-US" sz="3800" dirty="0"/>
          </a:p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and waiting to go live.</a:t>
            </a:r>
            <a:endParaRPr lang="en-US" sz="38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 </a:t>
            </a:r>
            <a:endParaRPr lang="en-US" sz="3800" dirty="0"/>
          </a:p>
          <a:p>
            <a:pPr indent="0" marL="0">
              <a:buNone/>
            </a:pPr>
            <a:r>
              <a:rPr lang="en-US" sz="1400" dirty="0">
                <a:solidFill>
                  <a:srgbClr val="A1B2CE"/>
                </a:solidFill>
              </a:rPr>
              <a:t>Max Walsh</a:t>
            </a:r>
            <a:endParaRPr lang="en-US" sz="3800" dirty="0"/>
          </a:p>
          <a:p>
            <a:pPr indent="0" marL="0">
              <a:buNone/>
            </a:pPr>
            <a:r>
              <a:rPr lang="en-US" sz="1300" dirty="0">
                <a:solidFill>
                  <a:srgbClr val="A1B2CE"/>
                </a:solidFill>
              </a:rPr>
              <a:t>maxwalsh0@gmail.com</a:t>
            </a:r>
            <a:endParaRPr lang="en-US" sz="3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a Shanty">
  <a:themeElements>
    <a:clrScheme name="Sea Shanty">
      <a:dk1>
        <a:srgbClr val="062F45"/>
      </a:dk1>
      <a:lt1>
        <a:srgbClr val="FFFFFF"/>
      </a:lt1>
      <a:dk2>
        <a:srgbClr val="3D5A80"/>
      </a:dk2>
      <a:lt2>
        <a:srgbClr val="F5F3EA"/>
      </a:lt2>
      <a:accent1>
        <a:srgbClr val="C8402E"/>
      </a:accent1>
      <a:accent2>
        <a:srgbClr val="A1B2CE"/>
      </a:accent2>
      <a:accent3>
        <a:srgbClr val="C3D0E5"/>
      </a:accent3>
      <a:accent4>
        <a:srgbClr val="3D5A80"/>
      </a:accent4>
      <a:accent5>
        <a:srgbClr val="062F45"/>
      </a:accent5>
      <a:accent6>
        <a:srgbClr val="8B4513"/>
      </a:accent6>
      <a:hlink>
        <a:srgbClr val="C8402E"/>
      </a:hlink>
      <a:folHlink>
        <a:srgbClr val="3D5A80"/>
      </a:folHlink>
    </a:clrScheme>
    <a:fontScheme name="Sea Shant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Sea Shanty Cafe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 Shanty Cafe — Website Redesign</dc:title>
  <dc:subject>Website Redesign Proposal</dc:subject>
  <dc:creator>Max Walsh</dc:creator>
  <cp:lastModifiedBy>Max Walsh</cp:lastModifiedBy>
  <cp:revision>1</cp:revision>
  <dcterms:created xsi:type="dcterms:W3CDTF">2026-10-12T22:24:28Z</dcterms:created>
  <dcterms:modified xsi:type="dcterms:W3CDTF">2026-10-12T22:24:28Z</dcterms:modified>
</cp:coreProperties>
</file>