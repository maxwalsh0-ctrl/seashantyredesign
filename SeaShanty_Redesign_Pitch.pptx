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a518b05-1097-ea00-0dbf-48a827416fea}">
          <p14:sldIdLst>
            <p14:sldId id="256"/>
          </p14:sldIdLst>
        </p14:section>
        <p14:section name="The Problem" id="{b6936c2d-85a0-ce40-d491-4f4d040a900d}">
          <p14:sldIdLst>
            <p14:sldId id="257"/>
          </p14:sldIdLst>
        </p14:section>
        <p14:section name="Before and After" id="{9d5ba7f1-0a9c-f520-80fb-ce4df1dffb61}">
          <p14:sldIdLst>
            <p14:sldId id="258"/>
          </p14:sldIdLst>
        </p14:section>
        <p14:section name="Why It Matters" id="{fdd4bedd-ef42-9e25-58a7-47f8263694b1}">
          <p14:sldIdLst>
            <p14:sldId id="259"/>
          </p14:sldIdLst>
        </p14:section>
        <p14:section name="What's Included" id="{b61eb5f8-22de-b398-4021-cae5a58a223d}">
          <p14:sldIdLst>
            <p14:sldId id="260"/>
          </p14:sldIdLst>
        </p14:section>
        <p14:section name="Key Features" id="{98828013-cbde-7cdf-46d1-4e834265966e}">
          <p14:sldIdLst>
            <p14:sldId id="261"/>
          </p14:sldIdLst>
        </p14:section>
        <p14:section name="Photography" id="{4fd31c84-ef17-39aa-b762-59589f461874}">
          <p14:sldIdLst>
            <p14:sldId id="262"/>
          </p14:sldIdLst>
        </p14:section>
        <p14:section name="Next Steps" id="{3e2f0ebe-85ec-5d01-cb9f-ecc0fb9be757}">
          <p14:sldIdLst>
            <p14:sldId id="263"/>
          </p14:sldIdLst>
        </p14:section>
        <p14:section name="Closing" id="{665968ab-be30-3c88-bb66-b7b71e166ba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2026-10-16T15:27:25Z</dcterms:created>
  <dcterms:modified xsi:type="dcterms:W3CDTF">2026-10-16T15:27:25Z</dcterms:modified>
</cp:coreProperties>
</file>