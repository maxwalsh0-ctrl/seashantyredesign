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b7e616f-6ea4-503c-365a-791ea88a39fe}">
          <p14:sldIdLst>
            <p14:sldId id="256"/>
          </p14:sldIdLst>
        </p14:section>
        <p14:section name="The Problem" id="{5f086d39-d2e0-56eb-d85a-17f709be4775}">
          <p14:sldIdLst>
            <p14:sldId id="257"/>
          </p14:sldIdLst>
        </p14:section>
        <p14:section name="Before and After" id="{90e97640-bd64-b75a-70b2-ce89d833212e}">
          <p14:sldIdLst>
            <p14:sldId id="258"/>
          </p14:sldIdLst>
        </p14:section>
        <p14:section name="Why It Matters" id="{86a94f7c-d061-0b35-fff5-1510e6dfd98d}">
          <p14:sldIdLst>
            <p14:sldId id="259"/>
          </p14:sldIdLst>
        </p14:section>
        <p14:section name="What's Included" id="{26e21150-2648-eeae-593d-d7922a4809a0}">
          <p14:sldIdLst>
            <p14:sldId id="260"/>
          </p14:sldIdLst>
        </p14:section>
        <p14:section name="Key Features" id="{9456f741-6f5c-8e79-17ae-678c79e63593}">
          <p14:sldIdLst>
            <p14:sldId id="261"/>
          </p14:sldIdLst>
        </p14:section>
        <p14:section name="Photography" id="{ee25c065-c9de-97ef-3c85-100380460326}">
          <p14:sldIdLst>
            <p14:sldId id="262"/>
          </p14:sldIdLst>
        </p14:section>
        <p14:section name="Next Steps" id="{932e54b1-3880-4234-fd5b-4a75275b79a3}">
          <p14:sldIdLst>
            <p14:sldId id="263"/>
          </p14:sldIdLst>
        </p14:section>
        <p14:section name="Closing" id="{3c401130-3032-d2ac-5854-b61546553683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The links are clickable — click to open each site live.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eashantycafe.uk" TargetMode="External"/><Relationship Id="rId4" Type="http://schemas.openxmlformats.org/officeDocument/2006/relationships/hyperlink" Target="https://seashantyredesign.vercel.app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xwalsh0@gmail.com" TargetMode="External"/><Relationship Id="rId3" Type="http://schemas.openxmlformats.org/officeDocument/2006/relationships/hyperlink" Target="tel:+447733630298" TargetMode="External"/><Relationship Id="rId1" Type="http://schemas.openxmlformats.org/officeDocument/2006/relationships/image" Target="../media/image-9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4" name="Image 0" descr="/home/claude/seashantyredesign/assets/images/old-sit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1261872"/>
            <a:ext cx="1261872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seashantycafe.uk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7" name="Image 1" descr="/home/claude/seashantyredesign/assets/images/new-site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261872"/>
            <a:ext cx="1261872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4632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seashantyredesign.vercel.app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 —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rect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640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maxwalsh0@gmail.com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07733 630 298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2026-10-19T22:19:18Z</dcterms:created>
  <dcterms:modified xsi:type="dcterms:W3CDTF">2026-10-19T22:19:18Z</dcterms:modified>
</cp:coreProperties>
</file>