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2d1b416-0c36-e0cc-95a9-886e8c91e60e}">
          <p14:sldIdLst>
            <p14:sldId id="256"/>
          </p14:sldIdLst>
        </p14:section>
        <p14:section name="The Problem" id="{8400a35e-faa2-c202-0820-1727f57fbc50}">
          <p14:sldIdLst>
            <p14:sldId id="257"/>
          </p14:sldIdLst>
        </p14:section>
        <p14:section name="Before and After" id="{1a3e78d8-218f-1071-adeb-2a5ff038bcac}">
          <p14:sldIdLst>
            <p14:sldId id="258"/>
          </p14:sldIdLst>
        </p14:section>
        <p14:section name="Why It Matters" id="{63b925ab-f35b-15b8-b7a5-45338b60c699}">
          <p14:sldIdLst>
            <p14:sldId id="259"/>
          </p14:sldIdLst>
        </p14:section>
        <p14:section name="What's Included" id="{c745cfdd-4a6a-1bd1-44c2-f01a4558c708}">
          <p14:sldIdLst>
            <p14:sldId id="260"/>
          </p14:sldIdLst>
        </p14:section>
        <p14:section name="Key Features" id="{10c4597e-919e-c893-3cc3-e6c0ef9781ee}">
          <p14:sldIdLst>
            <p14:sldId id="261"/>
          </p14:sldIdLst>
        </p14:section>
        <p14:section name="Photography" id="{e4bceaca-2058-c601-d5b1-aac3ea8e0444}">
          <p14:sldIdLst>
            <p14:sldId id="262"/>
          </p14:sldIdLst>
        </p14:section>
        <p14:section name="Next Steps" id="{b1e88f4b-1bd4-3a87-408c-dc7a344c792f}">
          <p14:sldIdLst>
            <p14:sldId id="263"/>
          </p14:sldIdLst>
        </p14:section>
        <p14:section name="Closing" id="{bdadfa0d-7be7-da87-9488-410a250f87b8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The links are clickable — click to open each site live.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Reservations and gift cards already existed but are now redesigned to work properly on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eashantycafe.uk" TargetMode="External"/><Relationship Id="rId4" Type="http://schemas.openxmlformats.org/officeDocument/2006/relationships/hyperlink" Target="https://seashantyredesign.vercel.app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xwalsh0@gmail.com" TargetMode="External"/><Relationship Id="rId3" Type="http://schemas.openxmlformats.org/officeDocument/2006/relationships/hyperlink" Target="tel:+447733630298" TargetMode="External"/><Relationship Id="rId1" Type="http://schemas.openxmlformats.org/officeDocument/2006/relationships/image" Target="../media/image-9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phone, but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phone,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book, so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4" name="Image 0" descr="/home/claude/seashantyredesign/assets/images/old-sit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1261872"/>
            <a:ext cx="1261872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seashantycafe.uk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7" name="Image 1" descr="/home/claude/seashantyredesign/assets/images/new-site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261872"/>
            <a:ext cx="1261872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4632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seashantyredesign.vercel.app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pic>
        <p:nvPicPr>
          <p:cNvPr id="3" name="Image 0" descr="/tmp/claude-0/-home-claude/1307ae05-5c79-5fde-a318-73dc5f4b8305/scratchpad/icon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347472" cy="34747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pic>
        <p:nvPicPr>
          <p:cNvPr id="5" name="Image 1" descr="/tmp/claude-0/-home-claude/1307ae05-5c79-5fde-a318-73dc5f4b8305/scratchpad/icons/men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09928"/>
            <a:ext cx="347472" cy="3474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pic>
        <p:nvPicPr>
          <p:cNvPr id="7" name="Image 2" descr="/tmp/claude-0/-home-claude/1307ae05-5c79-5fde-a318-73dc5f4b8305/scratchpad/icons/reservati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68296"/>
            <a:ext cx="347472" cy="34747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Redesigned booking page with cleaner layout, works properly on mobile</a:t>
            </a:r>
            <a:endParaRPr lang="en-US" sz="1300" dirty="0"/>
          </a:p>
        </p:txBody>
      </p:sp>
      <p:pic>
        <p:nvPicPr>
          <p:cNvPr id="9" name="Image 3" descr="/tmp/claude-0/-home-claude/1307ae05-5c79-5fde-a318-73dc5f4b8305/scratchpad/icons/gi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26664"/>
            <a:ext cx="347472" cy="34747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Refreshed gift card page with clearer layout and easier to use on any device</a:t>
            </a:r>
            <a:endParaRPr lang="en-US" sz="1300" dirty="0"/>
          </a:p>
        </p:txBody>
      </p:sp>
      <p:pic>
        <p:nvPicPr>
          <p:cNvPr id="11" name="Image 4" descr="/tmp/claude-0/-home-claude/1307ae05-5c79-5fde-a318-73dc5f4b8305/scratchpad/icons/faq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685032"/>
            <a:ext cx="347472" cy="34747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about dogs, parking, groups</a:t>
            </a:r>
            <a:endParaRPr lang="en-US" sz="1300" dirty="0"/>
          </a:p>
        </p:txBody>
      </p:sp>
      <p:pic>
        <p:nvPicPr>
          <p:cNvPr id="13" name="Image 5" descr="/tmp/claude-0/-home-claude/1307ae05-5c79-5fde-a318-73dc5f4b8305/scratchpad/icons/webcam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051560"/>
            <a:ext cx="347472" cy="347472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pic>
        <p:nvPicPr>
          <p:cNvPr id="15" name="Image 6" descr="/tmp/claude-0/-home-claude/1307ae05-5c79-5fde-a318-73dc5f4b8305/scratchpad/icons/tid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3440" y="1709928"/>
            <a:ext cx="347472" cy="347472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times, useful for beachgoers planning a visit</a:t>
            </a:r>
            <a:endParaRPr lang="en-US" sz="1300" dirty="0"/>
          </a:p>
        </p:txBody>
      </p:sp>
      <p:pic>
        <p:nvPicPr>
          <p:cNvPr id="17" name="Image 7" descr="/tmp/claude-0/-home-claude/1307ae05-5c79-5fde-a318-73dc5f4b8305/scratchpad/icons/job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2368296"/>
            <a:ext cx="347472" cy="347472"/>
          </a:xfrm>
          <a:prstGeom prst="rect">
            <a:avLst/>
          </a:prstGeom>
        </p:spPr>
      </p:pic>
      <p:sp>
        <p:nvSpPr>
          <p:cNvPr id="18" name="Text 8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pic>
        <p:nvPicPr>
          <p:cNvPr id="19" name="Image 8" descr="/tmp/claude-0/-home-claude/1307ae05-5c79-5fde-a318-73dc5f4b8305/scratchpad/icons/mobi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63440" y="3026664"/>
            <a:ext cx="347472" cy="347472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pic>
        <p:nvPicPr>
          <p:cNvPr id="21" name="Image 9" descr="/tmp/claude-0/-home-claude/1307ae05-5c79-5fde-a318-73dc5f4b8305/scratchpad/icons/privac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63440" y="3685032"/>
            <a:ext cx="347472" cy="347472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1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28600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280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73736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hours.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228600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280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73736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menu,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228600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280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73736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scrolling: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228600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280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73736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allergens,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rect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Send all menus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Send the food, dessert, and drinks menus so we can add them all to the site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640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maxwalsh0@gmail.com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07733 630 298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2026-10-20T10:01:56Z</dcterms:created>
  <dcterms:modified xsi:type="dcterms:W3CDTF">2026-10-20T10:01:56Z</dcterms:modified>
</cp:coreProperties>
</file>