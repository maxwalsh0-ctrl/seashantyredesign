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28f1d48-c3bd-39c8-dad0-c2fad1a63dc5}">
          <p14:sldIdLst>
            <p14:sldId id="256"/>
          </p14:sldIdLst>
        </p14:section>
        <p14:section name="The Problem" id="{2dfba2bc-c8b5-888c-bea7-0f9ee7913d57}">
          <p14:sldIdLst>
            <p14:sldId id="257"/>
          </p14:sldIdLst>
        </p14:section>
        <p14:section name="Before and After" id="{699dac11-b78b-902c-f1ed-3ee7845d8ffe}">
          <p14:sldIdLst>
            <p14:sldId id="258"/>
          </p14:sldIdLst>
        </p14:section>
        <p14:section name="Why It Matters" id="{acfe1272-22dc-6b01-5fea-f1686bc7618c}">
          <p14:sldIdLst>
            <p14:sldId id="259"/>
          </p14:sldIdLst>
        </p14:section>
        <p14:section name="What's Included" id="{99e8a26d-7875-2615-6913-898b57e910f3}">
          <p14:sldIdLst>
            <p14:sldId id="260"/>
          </p14:sldIdLst>
        </p14:section>
        <p14:section name="Key Features" id="{c7abe92c-588b-a6df-c862-116e34631178}">
          <p14:sldIdLst>
            <p14:sldId id="261"/>
          </p14:sldIdLst>
        </p14:section>
        <p14:section name="Photography" id="{9484bda4-c485-97aa-8934-a06cab68b361}">
          <p14:sldIdLst>
            <p14:sldId id="262"/>
          </p14:sldIdLst>
        </p14:section>
        <p14:section name="Next Steps" id="{36811d23-98f3-25b7-513c-04af21b873f4}">
          <p14:sldIdLst>
            <p14:sldId id="263"/>
          </p14:sldIdLst>
        </p14:section>
        <p14:section name="Closing" id="{840a1ba5-f8fc-729d-dfea-a04775778e3a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three most impactful features. The live status bar is particularly powerful — it directly reduces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74320"/>
            <a:ext cx="4297680" cy="320040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474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31520" y="32461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pic>
        <p:nvPicPr>
          <p:cNvPr id="5" name="Image 0" descr="/home/claude/seashantyredesign/assets/images/old-sea-shant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737360"/>
            <a:ext cx="32918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6517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Live Status Bar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3246120" y="1097280"/>
            <a:ext cx="26517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One-Tap Actions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6517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Smart Navigation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Sticky header, mobile hamburger menu, smooth scroll-to-section — visitors find what they need without hunting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ellipse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548640"/>
            <a:ext cx="4114800" cy="301752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Shape 0"/>
          <p:cNvSpPr/>
          <p:nvPr/>
        </p:nvSpPr>
        <p:spPr>
          <a:xfrm>
            <a:off x="731520" y="16459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82880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 when you are.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built, mobile-optimised, and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waiting to go live.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38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2026-10-12T22:38:08Z</dcterms:created>
  <dcterms:modified xsi:type="dcterms:W3CDTF">2026-10-12T22:38:08Z</dcterms:modified>
</cp:coreProperties>
</file>