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0c67f4-eae8-97a4-8b93-42dc7a4e7f66}">
          <p14:sldIdLst>
            <p14:sldId id="256"/>
          </p14:sldIdLst>
        </p14:section>
        <p14:section name="The Problem" id="{0db06e1e-4b82-a4e7-a350-98371948d051}">
          <p14:sldIdLst>
            <p14:sldId id="257"/>
          </p14:sldIdLst>
        </p14:section>
        <p14:section name="Before and After" id="{3aceae8a-db68-4683-0828-6db8e57f80d1}">
          <p14:sldIdLst>
            <p14:sldId id="258"/>
          </p14:sldIdLst>
        </p14:section>
        <p14:section name="Why It Matters" id="{2718cdd2-e325-fbe5-644c-adbae47f60cd}">
          <p14:sldIdLst>
            <p14:sldId id="259"/>
          </p14:sldIdLst>
        </p14:section>
        <p14:section name="What's Included" id="{bc75e9c1-13ee-b270-f816-7d5ea0a63c87}">
          <p14:sldIdLst>
            <p14:sldId id="260"/>
          </p14:sldIdLst>
        </p14:section>
        <p14:section name="Key Features" id="{6bbd7216-47e8-8b6c-177b-741fdfbb51c9}">
          <p14:sldIdLst>
            <p14:sldId id="261"/>
          </p14:sldIdLst>
        </p14:section>
        <p14:section name="Photography" id="{62668397-26a9-223e-6b6b-143d4a5020af}">
          <p14:sldIdLst>
            <p14:sldId id="262"/>
          </p14:sldIdLst>
        </p14:section>
        <p14:section name="Next Steps" id="{13cb7610-c8bb-99f3-c99d-b8bc7bdb5837}">
          <p14:sldIdLst>
            <p14:sldId id="263"/>
          </p14:sldIdLst>
        </p14:section>
        <p14:section name="Closing" id="{4d599e2b-ea2a-b813-b59c-724aec414ff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Opening the presentation — introduce yourself and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problem. Emphasise how many customers use mobile phones — this is key for a cafe that relies on visitors and tourists.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before and after side by side. The links are clickable — click to open each site live. The visual impact should do most of the talking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business impact. Fewer calls about opening times, more bookings online, better Google ranking. This is where the ROI argument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page. Emphasise that every single page is mobile-optimised. The gift cards and PDF menu are new additions the original site didn't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four most impactful features. The live status bar and FAQ page both directly reduce unnecessary phone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Photography is optional but highly recommended. Emphasise that the site is ready for photos to be dropped in with no extra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each step. The essentials are the menu PDF, opening hours, ResDiary link, and Google account access. Gift cards and photography can follow. Suggest a What's On page for events and special menus.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them for their time. Reiterate that the site is built and ready — just need their content to flip the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6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1B2CE"/>
                </a:solidFill>
              </a:rPr>
              <a:t>Sea Shanty Cafe  •  Trearddur Bay, Anglesey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1B2CE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4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F3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A80"/>
                </a:solidFill>
              </a:rPr>
              <a:t>Sea Shanty Cafe  •  Website Redesign Proposal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6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4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B2CE"/>
                </a:solidFill>
              </a:rPr>
              <a:t>Sea Shanty Cafe  •  Website Redesign Proposal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1B2C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eashantycafe.uk" TargetMode="External"/><Relationship Id="rId4" Type="http://schemas.openxmlformats.org/officeDocument/2006/relationships/hyperlink" Target="https://seashantyredesign.vercel.app" TargetMode="Externa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xwalsh0@gmail.com" TargetMode="External"/><Relationship Id="rId3" Type="http://schemas.openxmlformats.org/officeDocument/2006/relationships/hyperlink" Target="tel:+447733630298" TargetMode="External"/><Relationship Id="rId1" Type="http://schemas.openxmlformats.org/officeDocument/2006/relationships/image" Target="../media/image-9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eashantyredesign/assets/images/sea-shanty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9144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SEA SHANTY CAFE</a:t>
            </a:r>
            <a:endParaRPr lang="en-US" sz="44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C3D0E5"/>
                </a:solidFill>
              </a:rPr>
              <a:t>Website Redesign</a:t>
            </a:r>
            <a:endParaRPr lang="en-US" sz="44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4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A1B2CE"/>
                </a:solidFill>
              </a:rPr>
              <a:t>A modern, mobile-first website for</a:t>
            </a:r>
            <a:endParaRPr lang="en-US" sz="4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A1B2CE"/>
                </a:solidFill>
              </a:rPr>
              <a:t>Trearddur Bay's favourite cafe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31520" y="3337560"/>
            <a:ext cx="2286000" cy="27432"/>
          </a:xfrm>
          <a:prstGeom prst="rect">
            <a:avLst/>
          </a:prstGeom>
          <a:solidFill>
            <a:srgbClr val="C840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E5"/>
                </a:solidFill>
              </a:rPr>
              <a:t>Prepared by Max Walsh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1B2CE"/>
                </a:solidFill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2F45"/>
                </a:solidFill>
              </a:rPr>
              <a:t>The Current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2F45"/>
                </a:solidFill>
              </a:rPr>
              <a:t>Not mobile-friendly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Over 60% of customers browse on their phone — the current site doesn't resize or adapt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502920" cy="50292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⏳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143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2F45"/>
                </a:solidFill>
              </a:rPr>
              <a:t>Frustrating on mobile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Booking and menus are there but nearly impossible to use on a phone — so customers ring up instead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2F45"/>
                </a:solidFill>
              </a:rPr>
              <a:t>Outdated design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The current site looks dated and doesn't reflect the quality of your food and location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502920" cy="50292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2F45"/>
                </a:solidFill>
              </a:rPr>
              <a:t>Hard to find answers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No FAQ page, no allergen info, no clear way to book — customers ring instead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Before &amp; After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3D5A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402E"/>
                </a:solidFill>
              </a:rPr>
              <a:t>BEFORE</a:t>
            </a:r>
            <a:endParaRPr lang="en-US" sz="1600" dirty="0"/>
          </a:p>
        </p:txBody>
      </p:sp>
      <p:pic>
        <p:nvPicPr>
          <p:cNvPr id="5" name="Image 0" descr="/home/claude/seashantyredesign/assets/images/old-sit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600200"/>
            <a:ext cx="182880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u="sng" dirty="0">
                <a:solidFill>
                  <a:srgbClr val="A1B2C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seashantycafe.uk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3D5A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AFTER</a:t>
            </a:r>
            <a:endParaRPr lang="en-US" sz="1600" dirty="0"/>
          </a:p>
        </p:txBody>
      </p:sp>
      <p:pic>
        <p:nvPicPr>
          <p:cNvPr id="9" name="Image 1" descr="/home/claude/seashantyredesign/assets/images/new-site-mobi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94960" y="1600200"/>
            <a:ext cx="1828800" cy="2560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4632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u="sng" dirty="0">
                <a:solidFill>
                  <a:srgbClr val="A1B2C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seashantyredesign.vercel.app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1B2C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2F45"/>
                </a:solidFill>
              </a:rPr>
              <a:t>Why It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5F3EA"/>
          </a:solidFill>
          <a:ln/>
          <a:effectLst>
            <a:outerShdw sx="100000" sy="100000" kx="0" ky="0" algn="bl" rotWithShape="0" blurRad="76200" dist="25400" dir="8100000">
              <a:srgbClr val="CCCCCC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02E"/>
                </a:solidFill>
              </a:rPr>
              <a:t>60%+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of customers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browse on mobile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5F3EA"/>
          </a:solidFill>
          <a:ln/>
          <a:effectLst>
            <a:outerShdw sx="100000" sy="100000" kx="0" ky="0" algn="bl" rotWithShape="0" blurRad="76200" dist="25400" dir="810000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146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02E"/>
                </a:solidFill>
              </a:rPr>
              <a:t>24/7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live status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visible online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5F3EA"/>
          </a:solidFill>
          <a:ln/>
          <a:effectLst>
            <a:outerShdw sx="100000" sy="100000" kx="0" ky="0" algn="bl" rotWithShape="0" blurRad="76200" dist="25400" dir="8100000">
              <a:srgbClr val="CCCCCC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02E"/>
                </a:solidFill>
              </a:rPr>
              <a:t>1-tap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to book a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or call you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5F3EA"/>
          </a:solidFill>
          <a:ln/>
          <a:effectLst>
            <a:outerShdw sx="100000" sy="100000" kx="0" ky="0" algn="bl" rotWithShape="0" blurRad="76200" dist="25400" dir="8100000">
              <a:srgbClr val="CCCCCC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122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02E"/>
                </a:solidFill>
              </a:rPr>
              <a:t>Top 5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Google ranking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for local search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2F45"/>
                </a:solidFill>
              </a:rPr>
              <a:t>A modern website means fewer phone calls asking "are you open?", </a:t>
            </a:r>
            <a:pPr indent="0" marL="0">
              <a:buNone/>
            </a:pPr>
            <a:r>
              <a:rPr lang="en-US" sz="1400" b="1" dirty="0">
                <a:solidFill>
                  <a:srgbClr val="C8402E"/>
                </a:solidFill>
              </a:rPr>
              <a:t>more online bookings</a:t>
            </a:r>
            <a:pPr indent="0" marL="0">
              <a:buNone/>
            </a:pPr>
            <a:r>
              <a:rPr lang="en-US" sz="1400" dirty="0">
                <a:solidFill>
                  <a:srgbClr val="062F45"/>
                </a:solidFill>
              </a:rPr>
              <a:t>, and a first impression that matches the quality of your food and views.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</a:rPr>
              <a:t>Google prioritises mobile-friendly sites. </a:t>
            </a:r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</a:rPr>
              <a:t>Tourists searching "cafe Trearddur Bay" will find you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2F45"/>
                </a:solidFill>
              </a:rPr>
              <a:t>What's Included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0332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Home Page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Hero image, live open/closed status, one-tap call and booking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🍽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Menu Page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Full menu display with downloadable PDF option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50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Reservations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Online booking page — no more phone-only bookings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🎁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Gift Cards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Dedicated gift card page to drive extra revenue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66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FAQ Page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Answers to common questions — dogs, parking, groups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0332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Webcam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Live bay webcam so visitors can check conditions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🌊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Tide Chart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Live tide times — useful for beachgoers planning a visit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350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Jobs Page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Staff recruitment page when you're hiring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Mobile Optimised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Every page works perfectly on phones and tablets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3666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Privacy &amp; 404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Legal compliance page and a branded error page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1051560"/>
            <a:ext cx="0" cy="3200400"/>
          </a:xfrm>
          <a:prstGeom prst="line">
            <a:avLst/>
          </a:prstGeom>
          <a:noFill/>
          <a:ln w="12700">
            <a:solidFill>
              <a:srgbClr val="C3D0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3D5A8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965960" cy="54864"/>
          </a:xfrm>
          <a:prstGeom prst="rect">
            <a:avLst/>
          </a:prstGeom>
          <a:solidFill>
            <a:srgbClr val="C840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 Status Bar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745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B2CE"/>
                </a:solidFill>
              </a:rPr>
              <a:t>Shows whether you're open or closed right now, with today's hours — updates automatically. No more phone calls asking "are you open?"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3D5A80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1097280"/>
            <a:ext cx="19659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One-Tap Actions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8745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B2CE"/>
                </a:solidFill>
              </a:rPr>
              <a:t>Book a table, call the cafe, get directions, or download the PDF menu — all within one tap on any device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3D5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097280"/>
            <a:ext cx="196596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 Navigation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745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B2CE"/>
                </a:solidFill>
              </a:rPr>
              <a:t>Sticky header with quick links to every section. Visitors find what they need without scrolling — menus, booking, directions, all one tap away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965960" cy="3108960"/>
          </a:xfrm>
          <a:prstGeom prst="roundRect">
            <a:avLst>
              <a:gd name="adj" fmla="val 5581"/>
            </a:avLst>
          </a:prstGeom>
          <a:solidFill>
            <a:srgbClr val="3D5A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097280"/>
            <a:ext cx="1965960" cy="54864"/>
          </a:xfrm>
          <a:prstGeom prst="rect">
            <a:avLst/>
          </a:prstGeom>
          <a:solidFill>
            <a:srgbClr val="C3D0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FAQ Page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8745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B2CE"/>
                </a:solidFill>
              </a:rPr>
              <a:t>Dogs, parking, groups, allergens — all answered on one page. Fewer calls about the basics means more time for your customers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1B2C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2F45"/>
                </a:solidFill>
              </a:rPr>
              <a:t>Photography Recommendation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2F45"/>
                </a:solidFill>
              </a:rPr>
              <a:t>Great photography is the single biggest upgrade for any hospitality website.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D5A80"/>
                </a:solidFill>
              </a:rPr>
              <a:t>The site is built and ready — but professional photos of the food, the views, and the interior will transform it from good to exceptional.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8046720" cy="1828800"/>
          </a:xfrm>
          <a:prstGeom prst="roundRect">
            <a:avLst>
              <a:gd name="adj" fmla="val 6000"/>
            </a:avLst>
          </a:prstGeom>
          <a:solidFill>
            <a:srgbClr val="F5F3EA"/>
          </a:solidFill>
          <a:ln/>
          <a:effectLst>
            <a:outerShdw sx="100000" sy="100000" kx="0" ky="0" algn="bl" rotWithShape="0" blurRad="63500" dist="25400" dir="81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F45"/>
                </a:solidFill>
              </a:rPr>
              <a:t>What to photograph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5A80"/>
                </a:solidFill>
              </a:rPr>
              <a:t>The terrace — outdoor seating and atmosphere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5A80"/>
                </a:solidFill>
              </a:rPr>
              <a:t>The restaurant interior — decor, the bar, table settings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5A80"/>
                </a:solidFill>
              </a:rPr>
              <a:t>The seafront nearby — the setting and surroundings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5A80"/>
                </a:solidFill>
              </a:rPr>
              <a:t>3–5 signature dishes, plated and styled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5A80"/>
                </a:solidFill>
              </a:rPr>
              <a:t>Exterior and signage — what customers see on arrival</a:t>
            </a:r>
            <a:endParaRPr lang="en-US" sz="1200" dirty="0"/>
          </a:p>
        </p:txBody>
      </p:sp>
      <p:pic>
        <p:nvPicPr>
          <p:cNvPr id="7" name="Image 0" descr="/home/claude/seashantyredesign/assets/images/trearddur-ba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051560"/>
            <a:ext cx="2926080" cy="1371600"/>
          </a:xfrm>
          <a:prstGeom prst="rect">
            <a:avLst/>
          </a:prstGeom>
          <a:effectLst>
            <a:outerShdw sx="100000" sy="100000" kx="0" ky="0" algn="bl" rotWithShape="0" blurRad="63500" dist="25400" dir="8100000">
              <a:srgbClr val="CCCCCC">
                <a:alpha val="30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5029200" y="3017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A local photographer can do this in a half-day session. </a:t>
            </a:r>
            <a:pPr indent="0" marL="0">
              <a:buNone/>
            </a:pPr>
            <a:r>
              <a:rPr lang="en-US" sz="1200" b="1" dirty="0">
                <a:solidFill>
                  <a:srgbClr val="062F45"/>
                </a:solidFill>
              </a:rPr>
              <a:t>The photos slot straight into the site — no extra build work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2F45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5A80"/>
                </a:solidFill>
              </a:rPr>
              <a:t>What we need from you to go live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320040" cy="32004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25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Review the menu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Confirm the menu is up to date and send the PDF for the download button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0" cy="36576"/>
          </a:xfrm>
          <a:prstGeom prst="line">
            <a:avLst/>
          </a:prstGeom>
          <a:noFill/>
          <a:ln w="19050">
            <a:solidFill>
              <a:srgbClr val="C3D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55648"/>
            <a:ext cx="320040" cy="32004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755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7373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Confirm opening hours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Provide regular hours and any seasonal variations for the live status widget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0" cy="36576"/>
          </a:xfrm>
          <a:prstGeom prst="line">
            <a:avLst/>
          </a:prstGeom>
          <a:noFill/>
          <a:ln w="19050">
            <a:solidFill>
              <a:srgbClr val="C3D0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67128"/>
            <a:ext cx="320040" cy="32004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148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ResDiary booking link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Provide the ResDiary link so online table reservations work from the site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14600"/>
            <a:ext cx="0" cy="36576"/>
          </a:xfrm>
          <a:prstGeom prst="line">
            <a:avLst/>
          </a:prstGeom>
          <a:noFill/>
          <a:ln w="19050">
            <a:solidFill>
              <a:srgbClr val="C3D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578608"/>
            <a:ext cx="320040" cy="32004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560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Google account access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Share Google Business access so we can pull in your reviews and ratings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0" cy="36576"/>
          </a:xfrm>
          <a:prstGeom prst="line">
            <a:avLst/>
          </a:prstGeom>
          <a:noFill/>
          <a:ln w="19050">
            <a:solidFill>
              <a:srgbClr val="C3D0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990088"/>
            <a:ext cx="320040" cy="32004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971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Gift card process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Set up the gift card purchase flow — provider, pricing, and redemption details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0" cy="36576"/>
          </a:xfrm>
          <a:prstGeom prst="line">
            <a:avLst/>
          </a:prstGeom>
          <a:noFill/>
          <a:ln w="19050">
            <a:solidFill>
              <a:srgbClr val="C3D0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01568"/>
            <a:ext cx="320040" cy="320040"/>
          </a:xfrm>
          <a:prstGeom prst="ellipse">
            <a:avLst/>
          </a:prstGeom>
          <a:solidFill>
            <a:srgbClr val="062F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Photography (optional)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Arrange a half-day photo shoot to replace placeholder imagery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749040"/>
            <a:ext cx="0" cy="36576"/>
          </a:xfrm>
          <a:prstGeom prst="line">
            <a:avLst/>
          </a:prstGeom>
          <a:noFill/>
          <a:ln w="19050">
            <a:solidFill>
              <a:srgbClr val="C3D0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813048"/>
            <a:ext cx="320040" cy="320040"/>
          </a:xfrm>
          <a:prstGeom prst="ellipse">
            <a:avLst/>
          </a:prstGeom>
          <a:solidFill>
            <a:srgbClr val="C840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45"/>
                </a:solidFill>
              </a:rPr>
              <a:t>Go live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  —  Point your domain to the new site — we handle the technical switch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402E"/>
                </a:solidFill>
              </a:rPr>
              <a:t>Suggestion: </a:t>
            </a:r>
            <a:pPr indent="0" marL="0">
              <a:buNone/>
            </a:pPr>
            <a:r>
              <a:rPr lang="en-US" sz="1100" i="1" dirty="0">
                <a:solidFill>
                  <a:srgbClr val="3D5A80"/>
                </a:solidFill>
              </a:rPr>
              <a:t>Consider adding a "What's On" page for special menus, themed events, and seasonal weekends — a great way to give customers a reason to keep coming back.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5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eashantyredesign/assets/images/sea-shanty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6400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when you are.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1520" y="1783080"/>
            <a:ext cx="2286000" cy="27432"/>
          </a:xfrm>
          <a:prstGeom prst="rect">
            <a:avLst/>
          </a:prstGeom>
          <a:solidFill>
            <a:srgbClr val="C840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9659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D0E5"/>
                </a:solidFill>
              </a:rPr>
              <a:t>The new Sea Shanty website is built,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3D0E5"/>
                </a:solidFill>
              </a:rPr>
              <a:t>mobile-optimised, and waiting to go live.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Max Walsh</a:t>
            </a:r>
            <a:endParaRPr lang="en-US" sz="16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A1B2C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maxwalsh0@gmail.com</a:t>
            </a:r>
            <a:endParaRPr lang="en-US" sz="16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A1B2C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07733 630 298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 Shanty">
  <a:themeElements>
    <a:clrScheme name="Sea Shanty">
      <a:dk1>
        <a:srgbClr val="062F45"/>
      </a:dk1>
      <a:lt1>
        <a:srgbClr val="FFFFFF"/>
      </a:lt1>
      <a:dk2>
        <a:srgbClr val="3D5A80"/>
      </a:dk2>
      <a:lt2>
        <a:srgbClr val="F5F3EA"/>
      </a:lt2>
      <a:accent1>
        <a:srgbClr val="C8402E"/>
      </a:accent1>
      <a:accent2>
        <a:srgbClr val="A1B2CE"/>
      </a:accent2>
      <a:accent3>
        <a:srgbClr val="C3D0E5"/>
      </a:accent3>
      <a:accent4>
        <a:srgbClr val="3D5A80"/>
      </a:accent4>
      <a:accent5>
        <a:srgbClr val="062F45"/>
      </a:accent5>
      <a:accent6>
        <a:srgbClr val="8B4513"/>
      </a:accent6>
      <a:hlink>
        <a:srgbClr val="C8402E"/>
      </a:hlink>
      <a:folHlink>
        <a:srgbClr val="3D5A80"/>
      </a:folHlink>
    </a:clrScheme>
    <a:fontScheme name="Sea Shan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Sea Shanty Cafe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 Shanty Cafe — Website Redesign</dc:title>
  <dc:subject>Website Redesign Proposal</dc:subject>
  <dc:creator>Max Walsh</dc:creator>
  <cp:lastModifiedBy>Max Walsh</cp:lastModifiedBy>
  <cp:revision>1</cp:revision>
  <dcterms:created xsi:type="dcterms:W3CDTF">2026-10-16T16:19:34Z</dcterms:created>
  <dcterms:modified xsi:type="dcterms:W3CDTF">2026-10-16T16:19:34Z</dcterms:modified>
</cp:coreProperties>
</file>