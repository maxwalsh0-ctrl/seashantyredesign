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196b4f2-304d-843d-e234-f1115ba8caf6}">
          <p14:sldIdLst>
            <p14:sldId id="256"/>
          </p14:sldIdLst>
        </p14:section>
        <p14:section name="The Problem" id="{ec12aaf6-9f01-c8a7-4d9d-9a7ab370fbe5}">
          <p14:sldIdLst>
            <p14:sldId id="257"/>
          </p14:sldIdLst>
        </p14:section>
        <p14:section name="Before and After" id="{6bb5ff54-9c5d-b024-e64f-e0c81c0b5538}">
          <p14:sldIdLst>
            <p14:sldId id="258"/>
          </p14:sldIdLst>
        </p14:section>
        <p14:section name="Why It Matters" id="{fc178f18-788c-b861-6115-6d839c9fdb82}">
          <p14:sldIdLst>
            <p14:sldId id="259"/>
          </p14:sldIdLst>
        </p14:section>
        <p14:section name="What's Included" id="{06a0baf7-51cd-b399-bc36-50a354c1e9fd}">
          <p14:sldIdLst>
            <p14:sldId id="260"/>
          </p14:sldIdLst>
        </p14:section>
        <p14:section name="Key Features" id="{8b4210ce-3d01-83b0-da8d-d86f89ac32af}">
          <p14:sldIdLst>
            <p14:sldId id="261"/>
          </p14:sldIdLst>
        </p14:section>
        <p14:section name="Photography" id="{927d377c-f02e-f8ed-7c28-50620d2f92ad}">
          <p14:sldIdLst>
            <p14:sldId id="262"/>
          </p14:sldIdLst>
        </p14:section>
        <p14:section name="Next Steps" id="{f25093d8-30a2-d494-2122-124ed3e750e7}">
          <p14:sldIdLst>
            <p14:sldId id="263"/>
          </p14:sldIdLst>
        </p14:section>
        <p14:section name="Closing" id="{e5ba81ee-8f9c-2606-dc25-9ac2bac4560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The links are clickable — click to open each site live.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eashantycafe.uk" TargetMode="External"/><Relationship Id="rId4" Type="http://schemas.openxmlformats.org/officeDocument/2006/relationships/hyperlink" Target="https://seashantyredesign.vercel.app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xwalsh0@gmail.com" TargetMode="External"/><Relationship Id="rId3" Type="http://schemas.openxmlformats.org/officeDocument/2006/relationships/hyperlink" Target="tel:+447733630298" TargetMode="External"/><Relationship Id="rId1" Type="http://schemas.openxmlformats.org/officeDocument/2006/relationships/image" Target="../media/image-9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4" name="Image 0" descr="/home/claude/seashantyredesign/assets/images/old-site-mob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353312"/>
            <a:ext cx="182880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seashantycafe.uk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7" name="Image 1" descr="/home/claude/seashantyredesign/assets/images/new-site-mobi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852160" y="1353312"/>
            <a:ext cx="1828800" cy="2560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4632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seashantyredesign.vercel.app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 —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rect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640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maxwalsh0@gmail.com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07733 630 298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2026-10-16T16:21:50Z</dcterms:created>
  <dcterms:modified xsi:type="dcterms:W3CDTF">2026-10-16T16:21:50Z</dcterms:modified>
</cp:coreProperties>
</file>