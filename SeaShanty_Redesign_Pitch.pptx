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6e6d37c-2af9-365c-a5ef-e035eb6552e9}">
          <p14:sldIdLst>
            <p14:sldId id="256"/>
          </p14:sldIdLst>
        </p14:section>
        <p14:section name="The Problem" id="{2afa820e-2807-b66d-1db3-b43a88b35338}">
          <p14:sldIdLst>
            <p14:sldId id="257"/>
          </p14:sldIdLst>
        </p14:section>
        <p14:section name="Before and After" id="{65a3f116-5f19-685e-7a1b-5ddd3662d44c}">
          <p14:sldIdLst>
            <p14:sldId id="258"/>
          </p14:sldIdLst>
        </p14:section>
        <p14:section name="Why It Matters" id="{5726bb48-2710-72b7-6e13-faf7fe18c089}">
          <p14:sldIdLst>
            <p14:sldId id="259"/>
          </p14:sldIdLst>
        </p14:section>
        <p14:section name="What's Included" id="{144fc16d-62a0-520e-37f7-eb170ccdb637}">
          <p14:sldIdLst>
            <p14:sldId id="260"/>
          </p14:sldIdLst>
        </p14:section>
        <p14:section name="Key Features" id="{e3d87249-1a78-4693-3c3a-9c4b71169542}">
          <p14:sldIdLst>
            <p14:sldId id="261"/>
          </p14:sldIdLst>
        </p14:section>
        <p14:section name="Photography" id="{f571db6c-21a1-e9cd-e35e-c3db8a393f53}">
          <p14:sldIdLst>
            <p14:sldId id="262"/>
          </p14:sldIdLst>
        </p14:section>
        <p14:section name="Next Steps" id="{588d90fc-c978-4b72-8f7c-4ac31f8b83fc}">
          <p14:sldIdLst>
            <p14:sldId id="263"/>
          </p14:sldIdLst>
        </p14:section>
        <p14:section name="Closing" id="{d740411c-924f-dd6f-b900-874cc49f17f1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cards, What's On content, and photography can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7680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 Trearddur Bay's favourite cafe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use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exist but the site is so difficult on a phone that customers give up and ring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🎉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What's On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Special menus, themed events, and seasonal weekends — keep visitors in the loop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Smart Navigation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Sticky header, mobile hamburger menu, smooth scroll-to-section — visitors find what they need without hunting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898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89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92224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922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739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39696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7627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42032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7860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44368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9232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92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80944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46704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What's On content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Send details of upcoming events, themed nights, or special menus for the new page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03904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039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8561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4151376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206240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" y="418795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82880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 mobile-optimised,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and waiting to go live.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38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2026-10-12T22:01:00Z</dcterms:created>
  <dcterms:modified xsi:type="dcterms:W3CDTF">2026-10-12T22:01:00Z</dcterms:modified>
</cp:coreProperties>
</file>