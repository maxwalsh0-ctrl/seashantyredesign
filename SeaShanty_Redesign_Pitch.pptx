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9453551b-5be9-7413-bb72-abd34f8f8a2c}">
          <p14:sldIdLst>
            <p14:sldId id="256"/>
          </p14:sldIdLst>
        </p14:section>
        <p14:section name="The Problem" id="{0b78f86e-207d-ea2e-220f-051324285363}">
          <p14:sldIdLst>
            <p14:sldId id="257"/>
          </p14:sldIdLst>
        </p14:section>
        <p14:section name="Before and After" id="{582975b5-d286-8fe4-ff61-b59115ed0a7d}">
          <p14:sldIdLst>
            <p14:sldId id="258"/>
          </p14:sldIdLst>
        </p14:section>
        <p14:section name="Why It Matters" id="{3f2d2606-5f6a-2af2-8880-598e4e8444bb}">
          <p14:sldIdLst>
            <p14:sldId id="259"/>
          </p14:sldIdLst>
        </p14:section>
        <p14:section name="What's Included" id="{91bb12d0-4b7c-fa1d-ccb3-4475f58e8d55}">
          <p14:sldIdLst>
            <p14:sldId id="260"/>
          </p14:sldIdLst>
        </p14:section>
        <p14:section name="Key Features" id="{b0e4fea8-c83e-4fd4-b5db-ed50b5add67e}">
          <p14:sldIdLst>
            <p14:sldId id="261"/>
          </p14:sldIdLst>
        </p14:section>
        <p14:section name="Photography" id="{2dd9a274-495b-878d-fe4e-6696dea2d748}">
          <p14:sldIdLst>
            <p14:sldId id="262"/>
          </p14:sldIdLst>
        </p14:section>
        <p14:section name="Next Steps" id="{b8dcb8d1-eae5-f7c3-5c3c-acd526c823e2}">
          <p14:sldIdLst>
            <p14:sldId id="263"/>
          </p14:sldIdLst>
        </p14:section>
        <p14:section name="Closing" id="{02bb57be-57cf-b849-249a-9b81bd3188df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slide. Opening the presentation — introduce yourself and the project.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problem. Emphasise how many customers use mobile phones — this is key for a cafe that relies on visitors and tourists.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Show the before and after side by side. The links are clickable — click to open each site live. The visual impact should do most of the talking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Emphasise the business impact. Fewer calls about opening times, more bookings online, better Google ranking. This is where the ROI argument lives.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through each page. Emphasise that every single page is mobile-optimised. The gift cards and PDF menu are new additions the original site didn't have.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Highlight the four most impactful features. The live status bar and FAQ page both directly reduce unnecessary phone calls.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Photography is optional but highly recommended. Emphasise that the site is ready for photos to be dropped in with no extra cost.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Run through each step. The essentials are the menu PDF, opening hours, ResDiary link, and Google account access. Gift cards and photography can follow. Suggest a What's On page for events and special menus.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Thank them for their time. Reiterate that the site is built and ready — just need their content to flip the switch.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TITLE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4206240"/>
            <a:ext cx="9144000" cy="9372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470916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i="1" dirty="0">
                <a:solidFill>
                  <a:srgbClr val="A1B2CE"/>
                </a:solidFill>
              </a:rPr>
              <a:t>Sea Shanty Cafe  •  Trearddur Bay, Anglesey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6858000" y="470916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CONFIDENTIAL</a:t>
            </a:r>
            <a:endParaRPr lang="en-US" sz="9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_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F5F3E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D5A80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_CONTENT">
    <p:bg>
      <p:bgPr>
        <a:solidFill>
          <a:srgbClr val="062F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1B2CE"/>
                </a:solidFill>
              </a:rPr>
              <a:t>Sea Shanty Cafe  •  Website Redesign Proposal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seashantycafe.uk" TargetMode="External"/><Relationship Id="rId4" Type="http://schemas.openxmlformats.org/officeDocument/2006/relationships/hyperlink" Target="https://seashantyredesign.vercel.app" TargetMode="External"/><Relationship Id="rId1" Type="http://schemas.openxmlformats.org/officeDocument/2006/relationships/image" Target="../media/image-3-1.png"/><Relationship Id="rId3" Type="http://schemas.openxmlformats.org/officeDocument/2006/relationships/image" Target="../media/image-3-2.png"/><Relationship Id="rId5" Type="http://schemas.openxmlformats.org/officeDocument/2006/relationships/slideLayout" Target="../slideLayouts/slideLayout4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mailto:maxwalsh0@gmail.com" TargetMode="External"/><Relationship Id="rId3" Type="http://schemas.openxmlformats.org/officeDocument/2006/relationships/hyperlink" Target="tel:+447733630298" TargetMode="External"/><Relationship Id="rId1" Type="http://schemas.openxmlformats.org/officeDocument/2006/relationships/image" Target="../media/image-9-1.jp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0" y="274320"/>
            <a:ext cx="4297680" cy="320040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914400"/>
            <a:ext cx="365760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SEA SHANTY CAFE</a:t>
            </a:r>
            <a:endParaRPr lang="en-US" sz="4400" dirty="0"/>
          </a:p>
          <a:p>
            <a:pPr algn="l" indent="0" marL="0">
              <a:buNone/>
            </a:pPr>
            <a:r>
              <a:rPr lang="en-US" sz="2800" dirty="0">
                <a:solidFill>
                  <a:srgbClr val="C3D0E5"/>
                </a:solidFill>
              </a:rPr>
              <a:t>Website Redesign</a:t>
            </a:r>
            <a:endParaRPr lang="en-US" sz="4400" dirty="0"/>
          </a:p>
          <a:p>
            <a:pPr algn="l" indent="0" marL="0">
              <a:buNone/>
            </a:pPr>
            <a:r>
              <a:rPr lang="en-US" sz="1000" dirty="0">
                <a:solidFill>
                  <a:srgbClr val="000000"/>
                </a:solidFill>
              </a:rPr>
              <a:t> 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A modern, mobile-first website for</a:t>
            </a:r>
            <a:endParaRPr lang="en-US" sz="4400" dirty="0"/>
          </a:p>
          <a:p>
            <a:pPr algn="l" indent="0" marL="0">
              <a:buNone/>
            </a:pPr>
            <a:r>
              <a:rPr lang="en-US" sz="1400" i="1" dirty="0">
                <a:solidFill>
                  <a:srgbClr val="A1B2CE"/>
                </a:solidFill>
              </a:rPr>
              <a:t>Trearddur Bay's favourite cafe</a:t>
            </a:r>
            <a:endParaRPr lang="en-US" sz="4400" dirty="0"/>
          </a:p>
        </p:txBody>
      </p:sp>
      <p:sp>
        <p:nvSpPr>
          <p:cNvPr id="4" name="Shape 1"/>
          <p:cNvSpPr/>
          <p:nvPr/>
        </p:nvSpPr>
        <p:spPr>
          <a:xfrm>
            <a:off x="731520" y="333756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3520440"/>
            <a:ext cx="3657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3D0E5"/>
                </a:solidFill>
              </a:rPr>
              <a:t>Prepared by Max Walsh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A1B2CE"/>
                </a:solidFill>
              </a:rPr>
              <a:t>October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The Current Website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54864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486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✕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18872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Not mobile-friendly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Over 60% of customers browse on their phone — the current site doesn't resize or adapt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754880" y="118872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475488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⏳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5394960" y="114300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Frustrating on mobile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Booking and menus are there but nearly impossible to use on a phone — so customers ring up instead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54864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📋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18872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Outdated design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The current site looks dated and doesn't reflect the quality of your food and location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4754880" y="2834640"/>
            <a:ext cx="502920" cy="50292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754880" y="283464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</a:rPr>
              <a:t>?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5394960" y="2788920"/>
            <a:ext cx="33832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62F45"/>
                </a:solidFill>
              </a:rPr>
              <a:t>Hard to find answers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No FAQ page, no allergen info, no clear way to book — customers ring instead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Before &amp; After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C8402E"/>
                </a:solidFill>
              </a:rPr>
              <a:t>BEFORE</a:t>
            </a:r>
            <a:endParaRPr lang="en-US" sz="1600" dirty="0"/>
          </a:p>
        </p:txBody>
      </p:sp>
      <p:pic>
        <p:nvPicPr>
          <p:cNvPr id="5" name="Image 0" descr="/home/claude/seashantyredesign/assets/images/old-site-mobile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005840" y="1600200"/>
            <a:ext cx="1828800" cy="2560320"/>
          </a:xfrm>
          <a:prstGeom prst="ellipse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45720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seashantycafe.uk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4846320" y="1097280"/>
            <a:ext cx="3840480" cy="3291840"/>
          </a:xfrm>
          <a:prstGeom prst="roundRect">
            <a:avLst>
              <a:gd name="adj" fmla="val 4167"/>
            </a:avLst>
          </a:prstGeom>
          <a:solidFill>
            <a:srgbClr val="3D5A80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46320" y="118872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4CAF50"/>
                </a:solidFill>
              </a:rPr>
              <a:t>AFTER</a:t>
            </a:r>
            <a:endParaRPr lang="en-US" sz="1600" dirty="0"/>
          </a:p>
        </p:txBody>
      </p:sp>
      <p:pic>
        <p:nvPicPr>
          <p:cNvPr id="9" name="Image 1" descr="/home/claude/seashantyredesign/assets/images/new-site-mobile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5394960" y="1600200"/>
            <a:ext cx="1828800" cy="2560320"/>
          </a:xfrm>
          <a:prstGeom prst="ellipse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4846320" y="4160520"/>
            <a:ext cx="3840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u="sng" dirty="0">
                <a:solidFill>
                  <a:srgbClr val="A1B2CE"/>
                </a:solidFill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seashantyredesign.vercel.app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Why It Matters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36576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36576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60%+</a:t>
            </a:r>
            <a:endParaRPr lang="en-US" sz="3200" dirty="0"/>
          </a:p>
        </p:txBody>
      </p:sp>
      <p:sp>
        <p:nvSpPr>
          <p:cNvPr id="5" name="Text 3"/>
          <p:cNvSpPr txBox="1"/>
          <p:nvPr/>
        </p:nvSpPr>
        <p:spPr>
          <a:xfrm>
            <a:off x="36576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of customers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browse on mobile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51460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251460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24/7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251460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live status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visible online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66344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466344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1-tap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466344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to book a table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or call you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812280" y="1097280"/>
            <a:ext cx="1920240" cy="1463040"/>
          </a:xfrm>
          <a:prstGeom prst="roundRect">
            <a:avLst>
              <a:gd name="adj" fmla="val 75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76200" dist="25400" dir="8100000">
              <a:srgbClr val="CCCCCC">
                <a:alpha val="4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812280" y="118872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C8402E"/>
                </a:solidFill>
              </a:rPr>
              <a:t>Top 5</a:t>
            </a:r>
            <a:endParaRPr lang="en-US" sz="3200" dirty="0"/>
          </a:p>
        </p:txBody>
      </p:sp>
      <p:sp>
        <p:nvSpPr>
          <p:cNvPr id="14" name="Text 12"/>
          <p:cNvSpPr txBox="1"/>
          <p:nvPr/>
        </p:nvSpPr>
        <p:spPr>
          <a:xfrm>
            <a:off x="6812280" y="1828800"/>
            <a:ext cx="1920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Google ranking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for local search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292608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A modern website means fewer phone calls asking "are you open?", </a:t>
            </a:r>
            <a:pPr indent="0" marL="0">
              <a:buNone/>
            </a:pPr>
            <a:r>
              <a:rPr lang="en-US" sz="1400" b="1" dirty="0">
                <a:solidFill>
                  <a:srgbClr val="C8402E"/>
                </a:solidFill>
              </a:rPr>
              <a:t>more online bookings</a:t>
            </a:r>
            <a:pPr indent="0" marL="0">
              <a:buNone/>
            </a:pPr>
            <a:r>
              <a:rPr lang="en-US" sz="1400" dirty="0">
                <a:solidFill>
                  <a:srgbClr val="062F45"/>
                </a:solidFill>
              </a:rPr>
              <a:t>, and a first impression that matches the quality of your food and views.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35661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D5A80"/>
                </a:solidFill>
              </a:rPr>
              <a:t>Google prioritises mobile-friendly sites. </a:t>
            </a:r>
            <a:pPr indent="0" marL="0">
              <a:buNone/>
            </a:pPr>
            <a:r>
              <a:rPr lang="en-US" sz="1300" i="1" dirty="0">
                <a:solidFill>
                  <a:srgbClr val="3D5A80"/>
                </a:solidFill>
              </a:rPr>
              <a:t>Tourists searching "cafe Trearddur Bay" will find you first.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What's Included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🏠</a:t>
            </a:r>
            <a:endParaRPr lang="en-US" sz="1600" dirty="0"/>
          </a:p>
        </p:txBody>
      </p:sp>
      <p:sp>
        <p:nvSpPr>
          <p:cNvPr id="4" name="Text 2"/>
          <p:cNvSpPr txBox="1"/>
          <p:nvPr/>
        </p:nvSpPr>
        <p:spPr>
          <a:xfrm>
            <a:off x="86868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Home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Hero image, live open/closed status, one-tap call and booking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45720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🍽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Menu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Full menu display with downloadable PDF option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📅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Reservations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Online booking page — no more phone-only bookings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🎁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86868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Cards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Dedicated gift card page to drive extra revenue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❓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6868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FAQ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Answers to common questions — dogs, parking, groups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663440" y="105156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📸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5074920" y="103327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Webcam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bay webcam so visitors can check conditions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663440" y="1709928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🌊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5074920" y="169164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Tide Chart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Live tide times — useful for beachgoers planning a visit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4663440" y="236829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💼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074920" y="2350008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Jobs Page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Staff recruitment page when you're hiring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3026664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📱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5074920" y="3008376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Mobile Optimised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Every page works perfectly on phones and tablets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4663440" y="3685032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00000"/>
                </a:solidFill>
              </a:rPr>
              <a:t>🔒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5074920" y="3666744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Privacy &amp; 404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rgbClr val="3D5A80"/>
                </a:solidFill>
              </a:rPr>
              <a:t>Legal compliance page and a branded error page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526280" y="1051560"/>
            <a:ext cx="0" cy="3200400"/>
          </a:xfrm>
          <a:prstGeom prst="line">
            <a:avLst/>
          </a:prstGeom>
          <a:noFill/>
          <a:ln w="12700">
            <a:solidFill>
              <a:srgbClr val="C3D0E5"/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Key Features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27432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4" name="Shape 2"/>
          <p:cNvSpPr/>
          <p:nvPr/>
        </p:nvSpPr>
        <p:spPr>
          <a:xfrm>
            <a:off x="274320" y="1097280"/>
            <a:ext cx="1965960" cy="54864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1148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Live Status Bar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1148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Shows whether you're open or closed right now, with today's hours — updates automatically. No more phone calls asking "are you open?"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46888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8" name="Shape 6"/>
          <p:cNvSpPr/>
          <p:nvPr/>
        </p:nvSpPr>
        <p:spPr>
          <a:xfrm>
            <a:off x="2468880" y="1097280"/>
            <a:ext cx="1965960" cy="54864"/>
          </a:xfrm>
          <a:prstGeom prst="rect">
            <a:avLst/>
          </a:prstGeom>
          <a:solidFill>
            <a:srgbClr val="4CAF5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60604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One-Tap Actions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260604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Book a table, call the cafe, get directions, or download the PDF menu — all within one tap on any device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2" name="Shape 10"/>
          <p:cNvSpPr/>
          <p:nvPr/>
        </p:nvSpPr>
        <p:spPr>
          <a:xfrm>
            <a:off x="4663440" y="1097280"/>
            <a:ext cx="1965960" cy="54864"/>
          </a:xfrm>
          <a:prstGeom prst="rect">
            <a:avLst/>
          </a:prstGeom>
          <a:solidFill>
            <a:srgbClr val="FF9800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80060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Smart Navigation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80060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Sticky header with quick links to every section. Visitors find what they need without scrolling — menus, booking, directions, all one tap away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58000" y="1097280"/>
            <a:ext cx="1965960" cy="3108960"/>
          </a:xfrm>
          <a:prstGeom prst="roundRect">
            <a:avLst>
              <a:gd name="adj" fmla="val 5581"/>
            </a:avLst>
          </a:prstGeom>
          <a:solidFill>
            <a:srgbClr val="3D5A80"/>
          </a:solidFill>
          <a:ln/>
        </p:spPr>
      </p:sp>
      <p:sp>
        <p:nvSpPr>
          <p:cNvPr id="16" name="Shape 14"/>
          <p:cNvSpPr/>
          <p:nvPr/>
        </p:nvSpPr>
        <p:spPr>
          <a:xfrm>
            <a:off x="6858000" y="1097280"/>
            <a:ext cx="1965960" cy="54864"/>
          </a:xfrm>
          <a:prstGeom prst="rect">
            <a:avLst/>
          </a:prstGeom>
          <a:solidFill>
            <a:srgbClr val="C3D0E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995160" y="1325880"/>
            <a:ext cx="1691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FAQ Page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995160" y="1874520"/>
            <a:ext cx="1691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A1B2CE"/>
                </a:solidFill>
              </a:rPr>
              <a:t>Dogs, parking, groups, allergens — all answered on one page. Fewer calls about the basics means more time for your customers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A1B2CE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Photography Recommendation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051560"/>
            <a:ext cx="50292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062F45"/>
                </a:solidFill>
              </a:rPr>
              <a:t>Great photography is the single biggest upgrade for any hospitality website.</a:t>
            </a:r>
            <a:endParaRPr lang="en-US" sz="1500" dirty="0"/>
          </a:p>
          <a:p>
            <a:pPr indent="0" marL="0">
              <a:buNone/>
            </a:pPr>
            <a:r>
              <a:rPr lang="en-US" sz="800" dirty="0">
                <a:solidFill>
                  <a:srgbClr val="000000"/>
                </a:solidFill>
              </a:rPr>
              <a:t> </a:t>
            </a:r>
            <a:endParaRPr lang="en-US" sz="1500" dirty="0"/>
          </a:p>
          <a:p>
            <a:pPr indent="0" marL="0">
              <a:buNone/>
            </a:pPr>
            <a:r>
              <a:rPr lang="en-US" sz="1400" dirty="0">
                <a:solidFill>
                  <a:srgbClr val="3D5A80"/>
                </a:solidFill>
              </a:rPr>
              <a:t>The site is built and ready — but professional photos of the food, the views, and the interior will transform it from good to exceptional.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2560320"/>
            <a:ext cx="8046720" cy="1828800"/>
          </a:xfrm>
          <a:prstGeom prst="roundRect">
            <a:avLst>
              <a:gd name="adj" fmla="val 6000"/>
            </a:avLst>
          </a:prstGeom>
          <a:solidFill>
            <a:srgbClr val="F5F3EA"/>
          </a:solidFill>
          <a:ln/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22960" y="26517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62F45"/>
                </a:solidFill>
              </a:rPr>
              <a:t>What to photograph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017520"/>
            <a:ext cx="41148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terrace — outdoor seating and atmosphere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restaurant interior — decor, the bar, table settings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The seafront nearby — the setting and surroundings</a:t>
            </a:r>
            <a:endParaRPr lang="en-US" sz="12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3–5 signature dishes, plated and styled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3D5A80"/>
                </a:solidFill>
              </a:rPr>
              <a:t>Exterior and signage — what customers see on arrival</a:t>
            </a:r>
            <a:endParaRPr lang="en-US" sz="1200" dirty="0"/>
          </a:p>
        </p:txBody>
      </p:sp>
      <p:pic>
        <p:nvPicPr>
          <p:cNvPr id="7" name="Image 0" descr="/home/claude/seashantyredesign/assets/images/trearddur-bay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0" y="1051560"/>
            <a:ext cx="2926080" cy="1371600"/>
          </a:xfrm>
          <a:prstGeom prst="ellipse">
            <a:avLst/>
          </a:prstGeom>
          <a:effectLst>
            <a:outerShdw sx="100000" sy="100000" kx="0" ky="0" algn="bl" rotWithShape="0" blurRad="63500" dist="25400" dir="8100000">
              <a:srgbClr val="CCCCCC">
                <a:alpha val="30000"/>
              </a:srgbClr>
            </a:outerShdw>
          </a:effectLst>
        </p:spPr>
      </p:pic>
      <p:sp>
        <p:nvSpPr>
          <p:cNvPr id="8" name="Text 5"/>
          <p:cNvSpPr txBox="1"/>
          <p:nvPr/>
        </p:nvSpPr>
        <p:spPr>
          <a:xfrm>
            <a:off x="5029200" y="3017520"/>
            <a:ext cx="3291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3D5A80"/>
                </a:solidFill>
              </a:rPr>
              <a:t>A local photographer can do this in a half-day session. </a:t>
            </a:r>
            <a:pPr indent="0" marL="0">
              <a:buNone/>
            </a:pPr>
            <a:r>
              <a:rPr lang="en-US" sz="1200" b="1" dirty="0">
                <a:solidFill>
                  <a:srgbClr val="062F45"/>
                </a:solidFill>
              </a:rPr>
              <a:t>The photos slot straight into the site — no extra build work needed.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62F45"/>
                </a:solidFill>
              </a:rPr>
              <a:t>Next Steps</a:t>
            </a:r>
            <a:endParaRPr lang="en-US" sz="36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9144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3D5A80"/>
                </a:solidFill>
              </a:rPr>
              <a:t>What we need from you to go live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548640" y="13441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3441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13258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Review the menu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Confirm the menu is up to date and send the PDF for the download button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731520" y="16916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75564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48640" y="17556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1005840" y="17373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Confirm opening hours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regular hours and any seasonal variations for the live status widget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210312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48640" y="216712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8640" y="216712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214884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ResDiary booking link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Provide the ResDiary link so online table reservations work from the site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31520" y="251460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57860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548640" y="257860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256032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Google account access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Share Google Business access so we can pull in your reviews and ratings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731520" y="292608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48640" y="299008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548640" y="299008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1005840" y="297180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Gift card process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Set up the gift card purchase flow — provider, pricing, and redemption details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731520" y="333756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48640" y="3401568"/>
            <a:ext cx="320040" cy="320040"/>
          </a:xfrm>
          <a:prstGeom prst="ellipse">
            <a:avLst/>
          </a:prstGeom>
          <a:solidFill>
            <a:srgbClr val="062F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548640" y="340156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1005840" y="338328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Photography (optional)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Arrange a half-day photo shoot to replace placeholder imagery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731520" y="3749040"/>
            <a:ext cx="0" cy="36576"/>
          </a:xfrm>
          <a:prstGeom prst="line">
            <a:avLst/>
          </a:prstGeom>
          <a:noFill/>
          <a:ln w="19050">
            <a:solidFill>
              <a:srgbClr val="C3D0E5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48640" y="3813048"/>
            <a:ext cx="320040" cy="320040"/>
          </a:xfrm>
          <a:prstGeom prst="ellipse">
            <a:avLst/>
          </a:prstGeom>
          <a:solidFill>
            <a:srgbClr val="C8402E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548640" y="3813048"/>
            <a:ext cx="320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7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1005840" y="37947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62F45"/>
                </a:solidFill>
              </a:rPr>
              <a:t>Go live</a:t>
            </a:r>
            <a:pPr indent="0" marL="0">
              <a:buNone/>
            </a:pPr>
            <a:r>
              <a:rPr lang="en-US" sz="1100" dirty="0">
                <a:solidFill>
                  <a:srgbClr val="3D5A80"/>
                </a:solidFill>
              </a:rPr>
              <a:t>  —  Point your domain to the new site — we handle the technical switch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429768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C8402E"/>
                </a:solidFill>
              </a:rPr>
              <a:t>Suggestion: </a:t>
            </a:r>
            <a:pPr indent="0" marL="0">
              <a:buNone/>
            </a:pPr>
            <a:r>
              <a:rPr lang="en-US" sz="1100" i="1" dirty="0">
                <a:solidFill>
                  <a:srgbClr val="3D5A80"/>
                </a:solidFill>
              </a:rPr>
              <a:t>Consider adding a "What's On" page for special menus, themed events, and seasonal weekends — a great way to give customers a reason to keep coming back.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503920" y="475488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3D5A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claude/seashantyredesign/assets/images/sea-shanty-dusk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754880" y="548640"/>
            <a:ext cx="4114800" cy="3017520"/>
          </a:xfrm>
          <a:prstGeom prst="ellipse">
            <a:avLst/>
          </a:prstGeom>
          <a:effectLst>
            <a:outerShdw sx="100000" sy="100000" kx="0" ky="0" algn="bl" rotWithShape="0" blurRad="101600" dist="38100" dir="8100000">
              <a:srgbClr val="000000">
                <a:alpha val="50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731520" y="640080"/>
            <a:ext cx="3840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Ready,</a:t>
            </a:r>
            <a:endParaRPr lang="en-US" sz="3800" dirty="0"/>
          </a:p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when you are.</a:t>
            </a:r>
            <a:endParaRPr lang="en-US" sz="3800" dirty="0"/>
          </a:p>
        </p:txBody>
      </p:sp>
      <p:sp>
        <p:nvSpPr>
          <p:cNvPr id="4" name="Shape 1"/>
          <p:cNvSpPr/>
          <p:nvPr/>
        </p:nvSpPr>
        <p:spPr>
          <a:xfrm>
            <a:off x="731520" y="1783080"/>
            <a:ext cx="2286000" cy="27432"/>
          </a:xfrm>
          <a:prstGeom prst="rect">
            <a:avLst/>
          </a:prstGeom>
          <a:solidFill>
            <a:srgbClr val="C8402E"/>
          </a:solidFill>
          <a:ln/>
        </p:spPr>
      </p:sp>
      <p:sp>
        <p:nvSpPr>
          <p:cNvPr id="5" name="Text 2"/>
          <p:cNvSpPr txBox="1"/>
          <p:nvPr/>
        </p:nvSpPr>
        <p:spPr>
          <a:xfrm>
            <a:off x="731520" y="1965960"/>
            <a:ext cx="38404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The new Sea Shanty website is built,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C3D0E5"/>
                </a:solidFill>
              </a:rPr>
              <a:t>mobile-optimised, and waiting to go live.</a:t>
            </a:r>
            <a:endParaRPr lang="en-US" sz="1600" dirty="0"/>
          </a:p>
          <a:p>
            <a:pPr indent="0" marL="0">
              <a:buNone/>
            </a:pPr>
            <a:r>
              <a:rPr lang="en-US" sz="1200" dirty="0">
                <a:solidFill>
                  <a:srgbClr val="000000"/>
                </a:solidFill>
              </a:rPr>
              <a:t> </a:t>
            </a:r>
            <a:endParaRPr lang="en-US" sz="1600" dirty="0"/>
          </a:p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</a:rPr>
              <a:t>Max Walsh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maxwalsh0@gmail.com</a:t>
            </a:r>
            <a:endParaRPr lang="en-US" sz="1600" dirty="0"/>
          </a:p>
          <a:p>
            <a:pPr indent="0" marL="0">
              <a:buNone/>
            </a:pPr>
            <a:r>
              <a:rPr lang="en-US" sz="1300" u="sng" dirty="0">
                <a:solidFill>
                  <a:srgbClr val="A1B2CE"/>
                </a:solidFill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07733 630 298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a Shanty">
  <a:themeElements>
    <a:clrScheme name="Sea Shanty">
      <a:dk1>
        <a:srgbClr val="062F45"/>
      </a:dk1>
      <a:lt1>
        <a:srgbClr val="FFFFFF"/>
      </a:lt1>
      <a:dk2>
        <a:srgbClr val="3D5A80"/>
      </a:dk2>
      <a:lt2>
        <a:srgbClr val="F5F3EA"/>
      </a:lt2>
      <a:accent1>
        <a:srgbClr val="C8402E"/>
      </a:accent1>
      <a:accent2>
        <a:srgbClr val="A1B2CE"/>
      </a:accent2>
      <a:accent3>
        <a:srgbClr val="C3D0E5"/>
      </a:accent3>
      <a:accent4>
        <a:srgbClr val="3D5A80"/>
      </a:accent4>
      <a:accent5>
        <a:srgbClr val="062F45"/>
      </a:accent5>
      <a:accent6>
        <a:srgbClr val="8B4513"/>
      </a:accent6>
      <a:hlink>
        <a:srgbClr val="C8402E"/>
      </a:hlink>
      <a:folHlink>
        <a:srgbClr val="3D5A80"/>
      </a:folHlink>
    </a:clrScheme>
    <a:fontScheme name="Sea Shanty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Sea Shanty Cafe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Sea Shanty Cafe — Website Redesign</dc:title>
  <dc:subject>Website Redesign Proposal</dc:subject>
  <dc:creator>Max Walsh</dc:creator>
  <cp:lastModifiedBy>Max Walsh</cp:lastModifiedBy>
  <cp:revision>1</cp:revision>
  <dcterms:created xsi:type="dcterms:W3CDTF">2026-10-16T16:09:01Z</dcterms:created>
  <dcterms:modified xsi:type="dcterms:W3CDTF">2026-10-16T16:09:01Z</dcterms:modified>
</cp:coreProperties>
</file>