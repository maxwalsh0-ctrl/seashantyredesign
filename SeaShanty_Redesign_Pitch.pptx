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6d5a1640-c1af-28b3-061e-39d16fe597fe}">
          <p14:sldIdLst>
            <p14:sldId id="256"/>
          </p14:sldIdLst>
        </p14:section>
        <p14:section name="The Problem" id="{f21ca360-7b4a-871e-b7c5-46ca7db64f5d}">
          <p14:sldIdLst>
            <p14:sldId id="257"/>
          </p14:sldIdLst>
        </p14:section>
        <p14:section name="Before and After" id="{c85e3cdd-96d2-99e3-8a93-de2650b0328d}">
          <p14:sldIdLst>
            <p14:sldId id="258"/>
          </p14:sldIdLst>
        </p14:section>
        <p14:section name="Why It Matters" id="{10f42947-6733-ce31-00bd-8d8e25685262}">
          <p14:sldIdLst>
            <p14:sldId id="259"/>
          </p14:sldIdLst>
        </p14:section>
        <p14:section name="What's Included" id="{a51e2817-992e-ab84-12a4-fc6ef3267bb5}">
          <p14:sldIdLst>
            <p14:sldId id="260"/>
          </p14:sldIdLst>
        </p14:section>
        <p14:section name="Key Features" id="{71a44f45-59e7-5549-4209-5ee6ac7cc998}">
          <p14:sldIdLst>
            <p14:sldId id="261"/>
          </p14:sldIdLst>
        </p14:section>
        <p14:section name="Photography" id="{57090940-74b8-5668-e182-8c16f99bc517}">
          <p14:sldIdLst>
            <p14:sldId id="262"/>
          </p14:sldIdLst>
        </p14:section>
        <p14:section name="Next Steps" id="{76b6e4b5-278e-2e3e-b546-bfcebe7701a1}">
          <p14:sldIdLst>
            <p14:sldId id="263"/>
          </p14:sldIdLst>
        </p14:section>
        <p14:section name="Closing" id="{e51e8344-2597-3cbc-b611-ed90f9bb7ecd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three most impactful features. The live status bar is particularly powerful — it directly reduces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Emphasise that most items are quick — a menu PDF, opening hours, and the ResDiary link are the essentials. Gift cards and photography can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7680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 Trearddur Bay's favourite cafe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474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32461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 online booking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Customers can't book a table, check the menu, or see if you're open — they have to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97280"/>
            <a:ext cx="26517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Live Status Bar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3246120" y="1097280"/>
            <a:ext cx="26517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One-Tap Actions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108960"/>
          </a:xfrm>
          <a:prstGeom prst="roundRect">
            <a:avLst>
              <a:gd name="adj" fmla="val 4138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325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Smart Navigation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1874520"/>
            <a:ext cx="2286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Sticky header, mobile hamburger menu, smooth scroll-to-section — visitors find what they need without hunting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4173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78308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2024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9202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423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92608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29260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329184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29000"/>
            <a:ext cx="365760" cy="36576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429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3794760"/>
            <a:ext cx="0" cy="137160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931920"/>
            <a:ext cx="365760" cy="36576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31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64592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828800"/>
            <a:ext cx="76809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 mobile-optimised,</a:t>
            </a:r>
            <a:endParaRPr lang="en-US" sz="38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and waiting to go live.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38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2026-10-11T23:36:18Z</dcterms:created>
  <dcterms:modified xsi:type="dcterms:W3CDTF">2026-10-11T23:36:18Z</dcterms:modified>
</cp:coreProperties>
</file>