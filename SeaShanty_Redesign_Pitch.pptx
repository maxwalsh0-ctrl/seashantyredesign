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4d7fb5d-8f63-0981-bab5-7d0b2029d5de}">
          <p14:sldIdLst>
            <p14:sldId id="256"/>
          </p14:sldIdLst>
        </p14:section>
        <p14:section name="The Problem" id="{c85063d4-5d98-b85a-6590-02f23cc3b542}">
          <p14:sldIdLst>
            <p14:sldId id="257"/>
          </p14:sldIdLst>
        </p14:section>
        <p14:section name="Before and After" id="{53860867-05ff-adf6-0082-eb8b4e8533af}">
          <p14:sldIdLst>
            <p14:sldId id="258"/>
          </p14:sldIdLst>
        </p14:section>
        <p14:section name="Why It Matters" id="{85cd6f5d-d7e0-2145-2c57-4815fd94e5ba}">
          <p14:sldIdLst>
            <p14:sldId id="259"/>
          </p14:sldIdLst>
        </p14:section>
        <p14:section name="What's Included" id="{d32cf80d-2188-8285-83e2-3c481930e865}">
          <p14:sldIdLst>
            <p14:sldId id="260"/>
          </p14:sldIdLst>
        </p14:section>
        <p14:section name="Key Features" id="{e2b6f5dc-5487-1e14-8a6b-8dde3bc26c36}">
          <p14:sldIdLst>
            <p14:sldId id="261"/>
          </p14:sldIdLst>
        </p14:section>
        <p14:section name="Photography" id="{199d6632-89ae-a377-31d3-6c40a39a02eb}">
          <p14:sldIdLst>
            <p14:sldId id="262"/>
          </p14:sldIdLst>
        </p14:section>
        <p14:section name="Next Steps" id="{d403a2ce-327d-ad84-6f99-895519103020}">
          <p14:sldIdLst>
            <p14:sldId id="263"/>
          </p14:sldIdLst>
        </p14:section>
        <p14:section name="Closing" id="{db77be5e-1b03-060e-bef5-7a63eae45a97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three most impactful features. The live status bar is particularly powerful — it directly reduces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74320"/>
            <a:ext cx="4297680" cy="320040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6517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Live Status Bar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3246120" y="1097280"/>
            <a:ext cx="26517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One-Tap Actions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6517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Smart Navigation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Sticky header, mobile hamburger menu, smooth scroll-to-section — visitors find what they need without hunting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ellipse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548640"/>
            <a:ext cx="4114800" cy="301752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Shape 0"/>
          <p:cNvSpPr/>
          <p:nvPr/>
        </p:nvSpPr>
        <p:spPr>
          <a:xfrm>
            <a:off x="731520" y="16459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82880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 when you are.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built, mobile-optimised, and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waiting to go live.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38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2026-10-16T13:36:41Z</dcterms:created>
  <dcterms:modified xsi:type="dcterms:W3CDTF">2026-10-16T13:36:41Z</dcterms:modified>
</cp:coreProperties>
</file>