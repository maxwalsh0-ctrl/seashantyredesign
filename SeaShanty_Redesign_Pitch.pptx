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1e8f6fe-d285-c7ec-7126-8c4371d84ca1}">
          <p14:sldIdLst>
            <p14:sldId id="256"/>
          </p14:sldIdLst>
        </p14:section>
        <p14:section name="The Problem" id="{afef35d6-73bc-70e0-8d86-7af687adbbd7}">
          <p14:sldIdLst>
            <p14:sldId id="257"/>
          </p14:sldIdLst>
        </p14:section>
        <p14:section name="Before and After" id="{2b730d0c-5b51-a5b0-7375-b0c500191a61}">
          <p14:sldIdLst>
            <p14:sldId id="258"/>
          </p14:sldIdLst>
        </p14:section>
        <p14:section name="Why It Matters" id="{f88363ca-fdb1-8fc2-3726-c1d4adb23b7b}">
          <p14:sldIdLst>
            <p14:sldId id="259"/>
          </p14:sldIdLst>
        </p14:section>
        <p14:section name="What's Included" id="{f5c251d9-134b-7e65-63c0-d13a7a788d62}">
          <p14:sldIdLst>
            <p14:sldId id="260"/>
          </p14:sldIdLst>
        </p14:section>
        <p14:section name="Key Features" id="{a2b7a65d-732c-86e6-c8ca-5916bb10dad9}">
          <p14:sldIdLst>
            <p14:sldId id="261"/>
          </p14:sldIdLst>
        </p14:section>
        <p14:section name="Photography" id="{47ff5449-37c6-c1d5-4896-88dac39b6955}">
          <p14:sldIdLst>
            <p14:sldId id="262"/>
          </p14:sldIdLst>
        </p14:section>
        <p14:section name="Next Steps" id="{13a7e9c1-6a58-1e38-8703-776db74152ef}">
          <p14:sldIdLst>
            <p14:sldId id="263"/>
          </p14:sldIdLst>
        </p14:section>
        <p14:section name="Closing" id="{dae55c08-6b54-7065-86b0-2c35e55b3a1b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The links are clickable — click to open each site live.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Reservations and gift cards already existed but are now redesigned to work properly on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four most impactful features. The live status bar and FAQ page both directly reduce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eashantycafe.uk" TargetMode="External"/><Relationship Id="rId4" Type="http://schemas.openxmlformats.org/officeDocument/2006/relationships/hyperlink" Target="https://seashantyredesign.vercel.app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maxwalsh0@gmail.com" TargetMode="External"/><Relationship Id="rId3" Type="http://schemas.openxmlformats.org/officeDocument/2006/relationships/hyperlink" Target="tel:+447733630298" TargetMode="External"/><Relationship Id="rId1" Type="http://schemas.openxmlformats.org/officeDocument/2006/relationships/image" Target="../media/image-9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4" name="Image 0" descr="/home/claude/seashantyredesign/assets/images/old-site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6504" y="1261872"/>
            <a:ext cx="1261872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seashantycafe.uk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pic>
        <p:nvPicPr>
          <p:cNvPr id="7" name="Image 1" descr="/home/claude/seashantyredesign/assets/images/new-site-mobi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624" y="1261872"/>
            <a:ext cx="1261872" cy="2743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4632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seashantyredesign.vercel.app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Redesigned booking page — cleaner layout, works properly on mobile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Refreshed gift card page — clearer layout and easier to use on any device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19659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Live Status 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1097280"/>
            <a:ext cx="19659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One-Tap Actions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 Navigation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Sticky header with quick links to every section. Visitors find what they need without scrolling — menus, booking, directions, all one tap away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0" y="1097280"/>
            <a:ext cx="19659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9516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FAQ Page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Dogs, parking, groups, allergens — all answered on one page. Fewer calls about the basics means more time for your customers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rect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0"/>
            <a:ext cx="457200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640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maxwalsh0@gmail.com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07733 630 298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2026-10-19T22:53:31Z</dcterms:created>
  <dcterms:modified xsi:type="dcterms:W3CDTF">2026-10-19T22:53:31Z</dcterms:modified>
</cp:coreProperties>
</file>