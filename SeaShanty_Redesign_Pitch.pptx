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f2f25ed-70d1-7825-6152-a13aa6e02766}">
          <p14:sldIdLst>
            <p14:sldId id="256"/>
          </p14:sldIdLst>
        </p14:section>
        <p14:section name="The Problem" id="{c6e0b2a0-834e-551f-6837-454b76139ba8}">
          <p14:sldIdLst>
            <p14:sldId id="257"/>
          </p14:sldIdLst>
        </p14:section>
        <p14:section name="Before and After" id="{c49f5ba2-5f3e-7c96-4f57-b730b87236ff}">
          <p14:sldIdLst>
            <p14:sldId id="258"/>
          </p14:sldIdLst>
        </p14:section>
        <p14:section name="Why It Matters" id="{8b5ccb93-2199-81b9-379b-b8b1885d792c}">
          <p14:sldIdLst>
            <p14:sldId id="259"/>
          </p14:sldIdLst>
        </p14:section>
        <p14:section name="What's Included" id="{c315dba4-3303-4cce-91ae-952226bbc6b6}">
          <p14:sldIdLst>
            <p14:sldId id="260"/>
          </p14:sldIdLst>
        </p14:section>
        <p14:section name="Key Features" id="{8d04b276-ec38-7a88-52ee-e190fc0f8237}">
          <p14:sldIdLst>
            <p14:sldId id="261"/>
          </p14:sldIdLst>
        </p14:section>
        <p14:section name="Photography" id="{c19c1ca6-a848-176b-36e8-183c81ddca0d}">
          <p14:sldIdLst>
            <p14:sldId id="262"/>
          </p14:sldIdLst>
        </p14:section>
        <p14:section name="Next Steps" id="{7a523aba-1d30-6e7a-fccf-f2ca0a284e74}">
          <p14:sldIdLst>
            <p14:sldId id="263"/>
          </p14:sldIdLst>
        </p14:section>
        <p14:section name="Closing" id="{05986ecd-02dc-1733-7ecd-1154c948c627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Opening the presentation — introduce yourself and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problem. Emphasise how many customers use mobile phones — this is key for a cafe that relies on visitors and tourists.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before and after side by side. Replace placeholders with actual screenshots. The visual impact should do most of the talking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business impact. Fewer calls about opening times, more bookings online, better Google ranking. This is where the ROI argument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page. Emphasise that every single page is mobile-optimised. The gift cards and PDF menu are new additions the original site didn't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three most impactful features. The live status bar is particularly powerful — it directly reduces unnecessary phone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Photography is optional but highly recommended. Emphasise that the site is ready for photos to be dropped in with no extra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through each step. Emphasise that most items are quick — a menu PDF and opening hours are all that's essential. Photography and webcam can come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them for their time. Reiterate that the site is built and ready — just need their content to flip the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Sea Shanty Cafe  •  Trearddur Bay, Anglesey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5F3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5A80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7680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SEA SHANTY CAFE</a:t>
            </a:r>
            <a:endParaRPr lang="en-US" sz="4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C3D0E5"/>
                </a:solidFill>
              </a:rPr>
              <a:t>Website Redesign</a:t>
            </a:r>
            <a:endParaRPr lang="en-US" sz="4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A modern, mobile-first website for Trearddur Bay's favourite cafe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747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E5"/>
                </a:solidFill>
              </a:rPr>
              <a:t>Prepared by Max Walsh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October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324612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The Current Website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Not mobile-friendly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Over 60% of customers browse on their phone — the current site doesn't resize or adapt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⏳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 live information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Customers can't see if you're open right now, what today's tides are, or check the webcam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Outdated design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The current site looks dated and doesn't reflect the quality of your food and location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548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Hard to find answers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No FAQ page, no allergen info, no clear way to book — customers ring instead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Before &amp; After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402E"/>
                </a:solidFill>
              </a:rPr>
              <a:t>BEFORE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</a:rPr>
              <a:t>AFTER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Replace these placeholders with screenshots of the old and new sites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Why It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36576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60%+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of customers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browse on mobile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24/7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live status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visible online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1-tap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to book a table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or call you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122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Top 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Google ranking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for local search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A modern website means fewer phone calls asking "are you open?", </a:t>
            </a:r>
            <a:pPr indent="0" marL="0">
              <a:buNone/>
            </a:pPr>
            <a:r>
              <a:rPr lang="en-US" sz="1400" b="1" dirty="0">
                <a:solidFill>
                  <a:srgbClr val="C8402E"/>
                </a:solidFill>
              </a:rPr>
              <a:t>more online bookings</a:t>
            </a:r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, and a first impression that matches the quality of your food and views.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5A80"/>
                </a:solidFill>
              </a:rPr>
              <a:t>Google prioritises mobile-friendly sites. </a:t>
            </a:r>
            <a:pPr indent="0" marL="0">
              <a:buNone/>
            </a:pPr>
            <a:r>
              <a:rPr lang="en-US" sz="1300" i="1" dirty="0">
                <a:solidFill>
                  <a:srgbClr val="3D5A80"/>
                </a:solidFill>
              </a:rPr>
              <a:t>Tourists searching "cafe Trearddur Bay" will find you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What's Included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Home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Hero image, live open/closed status, one-tap call and booking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Menu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Full menu display with downloadable PDF option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Reservations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Online booking page — no more phone-only bookings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🎁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Dedicated gift card page to drive extra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FAQ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Answers to common questions — dogs, parking, groups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Webcam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bay webcam so visitors can check conditions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🌊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Tide Chart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tide times — useful for beachgoers planning a visit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Jobs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Staff recruitment page when you're hiring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Mobile Optimised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Every page works perfectly on phones and tablets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Privacy &amp; 404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Legal compliance page and a branded error page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26280" y="1051560"/>
            <a:ext cx="0" cy="3200400"/>
          </a:xfrm>
          <a:prstGeom prst="line">
            <a:avLst/>
          </a:prstGeom>
          <a:noFill/>
          <a:ln w="12700">
            <a:solidFill>
              <a:srgbClr val="C3D0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97280"/>
            <a:ext cx="2651760" cy="54864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Live Status Bar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Shows whether you're open or closed right now, with today's hours — updates automatically. No more phone calls asking "are you open?"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8" name="Shape 6"/>
          <p:cNvSpPr/>
          <p:nvPr/>
        </p:nvSpPr>
        <p:spPr>
          <a:xfrm>
            <a:off x="3246120" y="1097280"/>
            <a:ext cx="265176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One-Tap Actions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Book a table, call the cafe, get directions, or download the PDF menu — all within one tap on any device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12" name="Shape 10"/>
          <p:cNvSpPr/>
          <p:nvPr/>
        </p:nvSpPr>
        <p:spPr>
          <a:xfrm>
            <a:off x="6126480" y="1097280"/>
            <a:ext cx="2651760" cy="54864"/>
          </a:xfrm>
          <a:prstGeom prst="rect">
            <a:avLst/>
          </a:prstGeom>
          <a:solidFill>
            <a:srgbClr val="C3D0E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Smart Navigation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Sticky header, mobile hamburger menu, smooth scroll-to-section — visitors find what they need without hunting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Photography Recommendation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62F45"/>
                </a:solidFill>
              </a:rPr>
              <a:t>Great photography is the single biggest upgrade for any hospitality website.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3D5A80"/>
                </a:solidFill>
              </a:rPr>
              <a:t>The site is built and ready — but professional photos of the food, the views, and the interior will transform it from good to exceptional.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60320"/>
            <a:ext cx="8046720" cy="1828800"/>
          </a:xfrm>
          <a:prstGeom prst="roundRect">
            <a:avLst>
              <a:gd name="adj" fmla="val 60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2F45"/>
                </a:solidFill>
              </a:rPr>
              <a:t>What to photograph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Hero shot — the bay view from the terrace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3–5 signature dishes, plated and styled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Interior — atmosphere, decor, the bar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Exterior and signage — what customers see on arrival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3017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A local photographer can do this in a half-day session. </a:t>
            </a:r>
            <a:pPr indent="0" marL="0">
              <a:buNone/>
            </a:pPr>
            <a:r>
              <a:rPr lang="en-US" sz="1200" b="1" dirty="0">
                <a:solidFill>
                  <a:srgbClr val="062F45"/>
                </a:solidFill>
              </a:rPr>
              <a:t>The photos slot straight into the site — no extra build work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5A80"/>
                </a:solidFill>
              </a:rPr>
              <a:t>What we need from you to go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4173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2F45"/>
                </a:solidFill>
              </a:rPr>
              <a:t>Review the menu</a:t>
            </a:r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  —  Send across the current menu so we can upload the PDF download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783080"/>
            <a:ext cx="0" cy="137160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920240"/>
            <a:ext cx="365760" cy="36576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9202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2F45"/>
                </a:solidFill>
              </a:rPr>
              <a:t>Confirm opening hours</a:t>
            </a:r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  —  Provide regular hours and any seasonal variations for the live status widget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286000"/>
            <a:ext cx="0" cy="137160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4231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2F45"/>
                </a:solidFill>
              </a:rPr>
              <a:t>Privacy &amp; legal</a:t>
            </a:r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  —  Any questions about the privacy policy or cookie consent — we'll adjust as needed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2788920"/>
            <a:ext cx="0" cy="137160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926080"/>
            <a:ext cx="365760" cy="36576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9260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2F45"/>
                </a:solidFill>
              </a:rPr>
              <a:t>Photography (optional)</a:t>
            </a:r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  —  Arrange a half-day photo shoot to replace placeholder imagery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3291840"/>
            <a:ext cx="0" cy="137160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29000"/>
            <a:ext cx="365760" cy="36576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4290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2F45"/>
                </a:solidFill>
              </a:rPr>
              <a:t>Webcam embed code</a:t>
            </a:r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  —  Provide the webcam URL or embed code for the live bay view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3794760"/>
            <a:ext cx="0" cy="137160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931920"/>
            <a:ext cx="365760" cy="365760"/>
          </a:xfrm>
          <a:prstGeom prst="ellipse">
            <a:avLst/>
          </a:prstGeom>
          <a:solidFill>
            <a:srgbClr val="C840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2F45"/>
                </a:solidFill>
              </a:rPr>
              <a:t>Go live</a:t>
            </a:r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  —  Point your domain to the new site — we handle the technical switch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64592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82880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Ready when you are.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The new Sea Shanty website is built, mobile-optimised,</a:t>
            </a:r>
            <a:endParaRPr lang="en-US" sz="38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and waiting to go live.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A1B2CE"/>
                </a:solidFill>
              </a:rPr>
              <a:t>Max Walsh</a:t>
            </a:r>
            <a:endParaRPr lang="en-US" sz="3800" dirty="0"/>
          </a:p>
          <a:p>
            <a:pPr indent="0" marL="0">
              <a:buNone/>
            </a:pPr>
            <a:r>
              <a:rPr lang="en-US" sz="1300" dirty="0">
                <a:solidFill>
                  <a:srgbClr val="A1B2CE"/>
                </a:solidFill>
              </a:rPr>
              <a:t>maxwalsh0@gmail.com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 Shanty">
  <a:themeElements>
    <a:clrScheme name="Sea Shanty">
      <a:dk1>
        <a:srgbClr val="062F45"/>
      </a:dk1>
      <a:lt1>
        <a:srgbClr val="FFFFFF"/>
      </a:lt1>
      <a:dk2>
        <a:srgbClr val="3D5A80"/>
      </a:dk2>
      <a:lt2>
        <a:srgbClr val="F5F3EA"/>
      </a:lt2>
      <a:accent1>
        <a:srgbClr val="C8402E"/>
      </a:accent1>
      <a:accent2>
        <a:srgbClr val="A1B2CE"/>
      </a:accent2>
      <a:accent3>
        <a:srgbClr val="C3D0E5"/>
      </a:accent3>
      <a:accent4>
        <a:srgbClr val="3D5A80"/>
      </a:accent4>
      <a:accent5>
        <a:srgbClr val="062F45"/>
      </a:accent5>
      <a:accent6>
        <a:srgbClr val="8B4513"/>
      </a:accent6>
      <a:hlink>
        <a:srgbClr val="C8402E"/>
      </a:hlink>
      <a:folHlink>
        <a:srgbClr val="3D5A80"/>
      </a:folHlink>
    </a:clrScheme>
    <a:fontScheme name="Sea Shan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Sea Shanty Cafe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 Shanty Cafe — Website Redesign</dc:title>
  <dc:subject>Website Redesign Proposal</dc:subject>
  <dc:creator>Max Walsh</dc:creator>
  <cp:lastModifiedBy>Max Walsh</cp:lastModifiedBy>
  <cp:revision>1</cp:revision>
  <dcterms:created xsi:type="dcterms:W3CDTF">2026-10-11T23:10:43Z</dcterms:created>
  <dcterms:modified xsi:type="dcterms:W3CDTF">2026-10-11T23:10:43Z</dcterms:modified>
</cp:coreProperties>
</file>