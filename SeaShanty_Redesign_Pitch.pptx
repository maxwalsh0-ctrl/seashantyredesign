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e810f16-0374-c91e-4d11-ce3cf6f10fba}">
          <p14:sldIdLst>
            <p14:sldId id="256"/>
          </p14:sldIdLst>
        </p14:section>
        <p14:section name="The Problem" id="{0a2ba406-d920-d626-5d32-c064cd8a62ce}">
          <p14:sldIdLst>
            <p14:sldId id="257"/>
          </p14:sldIdLst>
        </p14:section>
        <p14:section name="Before and After" id="{3b88e7bb-0d46-14d6-d1eb-461e2df4c084}">
          <p14:sldIdLst>
            <p14:sldId id="258"/>
          </p14:sldIdLst>
        </p14:section>
        <p14:section name="Why It Matters" id="{28d4916c-976c-268d-c5d3-df54a440f4a9}">
          <p14:sldIdLst>
            <p14:sldId id="259"/>
          </p14:sldIdLst>
        </p14:section>
        <p14:section name="What's Included" id="{cafa4852-2ee4-c71f-4bbf-1764599ddf93}">
          <p14:sldIdLst>
            <p14:sldId id="260"/>
          </p14:sldIdLst>
        </p14:section>
        <p14:section name="Key Features" id="{c15d2c41-4685-59e1-c83c-44257346b15b}">
          <p14:sldIdLst>
            <p14:sldId id="261"/>
          </p14:sldIdLst>
        </p14:section>
        <p14:section name="Photography" id="{af24ffca-a15c-b4a7-2947-73346724a792}">
          <p14:sldIdLst>
            <p14:sldId id="262"/>
          </p14:sldIdLst>
        </p14:section>
        <p14:section name="Next Steps" id="{2f032e5e-c5d8-7f30-4d66-e834e0649c05}">
          <p14:sldIdLst>
            <p14:sldId id="263"/>
          </p14:sldIdLst>
        </p14:section>
        <p14:section name="Closing" id="{8e3d0c95-edf3-9557-85bd-29f7b3045f2d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74320"/>
            <a:ext cx="4297680" cy="320040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FAQ Page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ellipse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548640"/>
            <a:ext cx="4114800" cy="301752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7315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2026-10-16T15:10:15Z</dcterms:created>
  <dcterms:modified xsi:type="dcterms:W3CDTF">2026-10-16T15:10:15Z</dcterms:modified>
</cp:coreProperties>
</file>